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0"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9144000" cy="5143500" type="screen16x9"/>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8" d="100"/>
          <a:sy n="78" d="100"/>
        </p:scale>
        <p:origin x="940"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pic>
        <p:nvPicPr>
          <p:cNvPr id="4" name="Google Shape;9;p2"/>
          <p:cNvPicPr/>
          <p:nvPr/>
        </p:nvPicPr>
        <p:blipFill>
          <a:blip r:embed="rId2">
            <a:alphaModFix amt="66000"/>
          </a:blip>
          <a:srcRect l="16172" r="18707"/>
          <a:stretch/>
        </p:blipFill>
        <p:spPr>
          <a:xfrm>
            <a:off x="1457640" y="-3227760"/>
            <a:ext cx="9691920" cy="8370720"/>
          </a:xfrm>
          <a:prstGeom prst="rect">
            <a:avLst/>
          </a:prstGeom>
          <a:noFill/>
          <a:ln w="0">
            <a:noFill/>
          </a:ln>
        </p:spPr>
      </p:pic>
      <p:sp>
        <p:nvSpPr>
          <p:cNvPr id="5" name="PlaceHolder 1"/>
          <p:cNvSpPr>
            <a:spLocks noGrp="1"/>
          </p:cNvSpPr>
          <p:nvPr>
            <p:ph type="title"/>
          </p:nvPr>
        </p:nvSpPr>
        <p:spPr>
          <a:xfrm>
            <a:off x="1653120" y="1900080"/>
            <a:ext cx="3173760" cy="687240"/>
          </a:xfrm>
          <a:prstGeom prst="rect">
            <a:avLst/>
          </a:prstGeom>
          <a:noFill/>
          <a:ln w="0">
            <a:noFill/>
          </a:ln>
        </p:spPr>
        <p:txBody>
          <a:bodyPr lIns="91440" tIns="91440" rIns="91440" bIns="91440" anchor="ctr">
            <a:noAutofit/>
          </a:bodyPr>
          <a:lstStyle/>
          <a:p>
            <a:pPr indent="0">
              <a:buNone/>
            </a:pPr>
            <a:r>
              <a:rPr lang="fr-FR" sz="3400" b="0" u="none" strike="noStrike">
                <a:solidFill>
                  <a:schemeClr val="dk1"/>
                </a:solidFill>
                <a:effectLst/>
                <a:uFillTx/>
                <a:latin typeface="Arial"/>
              </a:rPr>
              <a:t>Click to edit the title text format</a:t>
            </a:r>
          </a:p>
        </p:txBody>
      </p:sp>
      <p:sp>
        <p:nvSpPr>
          <p:cNvPr id="2" name="PlaceHolder 2"/>
          <p:cNvSpPr>
            <a:spLocks noGrp="1"/>
          </p:cNvSpPr>
          <p:nvPr>
            <p:ph type="title"/>
          </p:nvPr>
        </p:nvSpPr>
        <p:spPr>
          <a:xfrm>
            <a:off x="5182560" y="449640"/>
            <a:ext cx="2308320" cy="4243680"/>
          </a:xfrm>
          <a:prstGeom prst="rect">
            <a:avLst/>
          </a:prstGeom>
          <a:noFill/>
          <a:ln w="0">
            <a:noFill/>
          </a:ln>
        </p:spPr>
        <p:txBody>
          <a:bodyPr lIns="91440" tIns="91440" rIns="91440" bIns="91440" anchor="ctr">
            <a:noAutofit/>
          </a:bodyPr>
          <a:lstStyle/>
          <a:p>
            <a:pPr indent="0">
              <a:buNone/>
            </a:pPr>
            <a:r>
              <a:rPr lang="fr-FR" sz="19100" b="0" u="none" strike="noStrike">
                <a:solidFill>
                  <a:schemeClr val="dk1"/>
                </a:solidFill>
                <a:effectLst/>
                <a:uFillTx/>
                <a:latin typeface="Arial"/>
              </a:rPr>
              <a:t>Click to edit the title text format</a:t>
            </a:r>
          </a:p>
        </p:txBody>
      </p:sp>
      <p:sp>
        <p:nvSpPr>
          <p:cNvPr id="3"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1284120" y="1953000"/>
            <a:ext cx="6575760" cy="799200"/>
          </a:xfrm>
          <a:prstGeom prst="rect">
            <a:avLst/>
          </a:prstGeom>
          <a:noFill/>
          <a:ln w="0">
            <a:noFill/>
          </a:ln>
        </p:spPr>
        <p:txBody>
          <a:bodyPr lIns="91440" tIns="91440" rIns="91440" bIns="91440" anchor="b">
            <a:noAutofit/>
          </a:bodyPr>
          <a:lstStyle/>
          <a:p>
            <a:pPr indent="0" algn="ctr">
              <a:lnSpc>
                <a:spcPct val="85000"/>
              </a:lnSpc>
              <a:buNone/>
            </a:pPr>
            <a:r>
              <a:rPr lang="fr-FR" sz="6000" b="0" u="none" strike="noStrike">
                <a:solidFill>
                  <a:schemeClr val="accent1"/>
                </a:solidFill>
                <a:effectLst/>
                <a:uFillTx/>
                <a:latin typeface="Red Hat Mono"/>
                <a:ea typeface="Red Hat Mono"/>
              </a:rPr>
              <a:t>xx%</a:t>
            </a:r>
            <a:endParaRPr lang="fr-FR" sz="6000" b="0" u="none" strike="noStrike">
              <a:solidFill>
                <a:schemeClr val="dk1"/>
              </a:solidFill>
              <a:effectLst/>
              <a:uFillTx/>
              <a:latin typeface="Arial"/>
            </a:endParaRPr>
          </a:p>
        </p:txBody>
      </p:sp>
      <p:pic>
        <p:nvPicPr>
          <p:cNvPr id="5" name="Google Shape;50;p11"/>
          <p:cNvPicPr/>
          <p:nvPr/>
        </p:nvPicPr>
        <p:blipFill>
          <a:blip r:embed="rId2">
            <a:alphaModFix amt="56000"/>
          </a:blip>
          <a:srcRect l="16172" r="18707"/>
          <a:stretch/>
        </p:blipFill>
        <p:spPr>
          <a:xfrm>
            <a:off x="5049000" y="-297720"/>
            <a:ext cx="7337520" cy="5738760"/>
          </a:xfrm>
          <a:prstGeom prst="rect">
            <a:avLst/>
          </a:prstGeom>
          <a:noFill/>
          <a:ln w="0">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2_1">
    <p:bg>
      <p:bgPr>
        <a:solidFill>
          <a:schemeClr val="lt1"/>
        </a:solidFill>
        <a:effectLst/>
      </p:bgPr>
    </p:bg>
    <p:spTree>
      <p:nvGrpSpPr>
        <p:cNvPr id="1" name=""/>
        <p:cNvGrpSpPr/>
        <p:nvPr/>
      </p:nvGrpSpPr>
      <p:grpSpPr>
        <a:xfrm>
          <a:off x="0" y="0"/>
          <a:ext cx="0" cy="0"/>
          <a:chOff x="0" y="0"/>
          <a:chExt cx="0" cy="0"/>
        </a:xfrm>
      </p:grpSpPr>
      <p:pic>
        <p:nvPicPr>
          <p:cNvPr id="6" name="Google Shape;53;p13"/>
          <p:cNvPicPr/>
          <p:nvPr/>
        </p:nvPicPr>
        <p:blipFill>
          <a:blip r:embed="rId2">
            <a:alphaModFix amt="66000"/>
          </a:blip>
          <a:srcRect l="16172" r="18707"/>
          <a:stretch/>
        </p:blipFill>
        <p:spPr>
          <a:xfrm rot="4323000">
            <a:off x="2675880" y="1282320"/>
            <a:ext cx="9691920" cy="8370720"/>
          </a:xfrm>
          <a:prstGeom prst="rect">
            <a:avLst/>
          </a:prstGeom>
          <a:noFill/>
          <a:ln w="0">
            <a:noFill/>
          </a:ln>
        </p:spPr>
      </p:pic>
      <p:sp>
        <p:nvSpPr>
          <p:cNvPr id="7" name="PlaceHolder 1"/>
          <p:cNvSpPr>
            <a:spLocks noGrp="1"/>
          </p:cNvSpPr>
          <p:nvPr>
            <p:ph type="title"/>
          </p:nvPr>
        </p:nvSpPr>
        <p:spPr>
          <a:xfrm>
            <a:off x="521640" y="3465360"/>
            <a:ext cx="711720" cy="310320"/>
          </a:xfrm>
          <a:prstGeom prst="rect">
            <a:avLst/>
          </a:prstGeom>
          <a:noFill/>
          <a:ln w="0">
            <a:noFill/>
          </a:ln>
        </p:spPr>
        <p:txBody>
          <a:bodyPr lIns="91440" tIns="91440" rIns="91440" bIns="91440" anchor="ctr">
            <a:noAutofit/>
          </a:bodyPr>
          <a:lstStyle/>
          <a:p>
            <a:pPr indent="0" algn="ctr">
              <a:lnSpc>
                <a:spcPct val="70000"/>
              </a:lnSpc>
              <a:buNone/>
            </a:pPr>
            <a:r>
              <a:rPr lang="fr-FR" sz="4900" b="0" u="none" strike="noStrike">
                <a:solidFill>
                  <a:schemeClr val="dk2"/>
                </a:solidFill>
                <a:effectLst/>
                <a:uFillTx/>
                <a:latin typeface="VT323"/>
                <a:ea typeface="VT323"/>
              </a:rPr>
              <a:t>xx%</a:t>
            </a:r>
            <a:endParaRPr lang="fr-FR" sz="4900" b="0" u="none" strike="noStrike">
              <a:solidFill>
                <a:schemeClr val="dk1"/>
              </a:solidFill>
              <a:effectLst/>
              <a:uFillTx/>
              <a:latin typeface="Arial"/>
            </a:endParaRPr>
          </a:p>
        </p:txBody>
      </p:sp>
      <p:sp>
        <p:nvSpPr>
          <p:cNvPr id="8" name="PlaceHolder 2"/>
          <p:cNvSpPr>
            <a:spLocks noGrp="1"/>
          </p:cNvSpPr>
          <p:nvPr>
            <p:ph type="title"/>
          </p:nvPr>
        </p:nvSpPr>
        <p:spPr>
          <a:xfrm>
            <a:off x="521640" y="1571400"/>
            <a:ext cx="711720" cy="310320"/>
          </a:xfrm>
          <a:prstGeom prst="rect">
            <a:avLst/>
          </a:prstGeom>
          <a:noFill/>
          <a:ln w="0">
            <a:noFill/>
          </a:ln>
        </p:spPr>
        <p:txBody>
          <a:bodyPr lIns="91440" tIns="91440" rIns="91440" bIns="91440" anchor="ctr">
            <a:noAutofit/>
          </a:bodyPr>
          <a:lstStyle/>
          <a:p>
            <a:pPr indent="0" algn="ctr">
              <a:lnSpc>
                <a:spcPct val="70000"/>
              </a:lnSpc>
              <a:buNone/>
            </a:pPr>
            <a:r>
              <a:rPr lang="fr-FR" sz="4900" b="0" u="none" strike="noStrike">
                <a:solidFill>
                  <a:schemeClr val="dk2"/>
                </a:solidFill>
                <a:effectLst/>
                <a:uFillTx/>
                <a:latin typeface="VT323"/>
                <a:ea typeface="VT323"/>
              </a:rPr>
              <a:t>xx%</a:t>
            </a:r>
            <a:endParaRPr lang="fr-FR" sz="4900" b="0" u="none" strike="noStrike">
              <a:solidFill>
                <a:schemeClr val="dk1"/>
              </a:solidFill>
              <a:effectLst/>
              <a:uFillTx/>
              <a:latin typeface="Arial"/>
            </a:endParaRPr>
          </a:p>
        </p:txBody>
      </p:sp>
      <p:sp>
        <p:nvSpPr>
          <p:cNvPr id="9" name="PlaceHolder 3"/>
          <p:cNvSpPr>
            <a:spLocks noGrp="1"/>
          </p:cNvSpPr>
          <p:nvPr>
            <p:ph type="title"/>
          </p:nvPr>
        </p:nvSpPr>
        <p:spPr>
          <a:xfrm>
            <a:off x="522360" y="624600"/>
            <a:ext cx="710280" cy="310320"/>
          </a:xfrm>
          <a:prstGeom prst="rect">
            <a:avLst/>
          </a:prstGeom>
          <a:noFill/>
          <a:ln w="0">
            <a:noFill/>
          </a:ln>
        </p:spPr>
        <p:txBody>
          <a:bodyPr lIns="91440" tIns="91440" rIns="91440" bIns="91440" anchor="ctr">
            <a:noAutofit/>
          </a:bodyPr>
          <a:lstStyle/>
          <a:p>
            <a:pPr indent="0" algn="ctr">
              <a:lnSpc>
                <a:spcPct val="70000"/>
              </a:lnSpc>
              <a:buNone/>
            </a:pPr>
            <a:r>
              <a:rPr lang="fr-FR" sz="4900" b="0" u="none" strike="noStrike">
                <a:solidFill>
                  <a:schemeClr val="dk2"/>
                </a:solidFill>
                <a:effectLst/>
                <a:uFillTx/>
                <a:latin typeface="VT323"/>
                <a:ea typeface="VT323"/>
              </a:rPr>
              <a:t>xx%</a:t>
            </a:r>
            <a:endParaRPr lang="fr-FR" sz="4900" b="0" u="none" strike="noStrike">
              <a:solidFill>
                <a:schemeClr val="dk1"/>
              </a:solidFill>
              <a:effectLst/>
              <a:uFillTx/>
              <a:latin typeface="Arial"/>
            </a:endParaRPr>
          </a:p>
        </p:txBody>
      </p:sp>
      <p:sp>
        <p:nvSpPr>
          <p:cNvPr id="10" name="PlaceHolder 4"/>
          <p:cNvSpPr>
            <a:spLocks noGrp="1"/>
          </p:cNvSpPr>
          <p:nvPr>
            <p:ph type="title"/>
          </p:nvPr>
        </p:nvSpPr>
        <p:spPr>
          <a:xfrm>
            <a:off x="521640" y="2518200"/>
            <a:ext cx="711720" cy="310320"/>
          </a:xfrm>
          <a:prstGeom prst="rect">
            <a:avLst/>
          </a:prstGeom>
          <a:noFill/>
          <a:ln w="0">
            <a:noFill/>
          </a:ln>
        </p:spPr>
        <p:txBody>
          <a:bodyPr lIns="91440" tIns="91440" rIns="91440" bIns="91440" anchor="ctr">
            <a:noAutofit/>
          </a:bodyPr>
          <a:lstStyle/>
          <a:p>
            <a:pPr indent="0" algn="ctr">
              <a:lnSpc>
                <a:spcPct val="70000"/>
              </a:lnSpc>
              <a:buNone/>
            </a:pPr>
            <a:r>
              <a:rPr lang="fr-FR" sz="4900" b="0" u="none" strike="noStrike">
                <a:solidFill>
                  <a:schemeClr val="dk2"/>
                </a:solidFill>
                <a:effectLst/>
                <a:uFillTx/>
                <a:latin typeface="VT323"/>
                <a:ea typeface="VT323"/>
              </a:rPr>
              <a:t>xx%</a:t>
            </a:r>
            <a:endParaRPr lang="fr-FR" sz="4900" b="0" u="none" strike="noStrike">
              <a:solidFill>
                <a:schemeClr val="dk1"/>
              </a:solidFill>
              <a:effectLst/>
              <a:uFillTx/>
              <a:latin typeface="Arial"/>
            </a:endParaRPr>
          </a:p>
        </p:txBody>
      </p:sp>
      <p:sp>
        <p:nvSpPr>
          <p:cNvPr id="11" name="PlaceHolder 5"/>
          <p:cNvSpPr>
            <a:spLocks noGrp="1"/>
          </p:cNvSpPr>
          <p:nvPr>
            <p:ph type="title"/>
          </p:nvPr>
        </p:nvSpPr>
        <p:spPr>
          <a:xfrm>
            <a:off x="4627440" y="1571400"/>
            <a:ext cx="711720" cy="310320"/>
          </a:xfrm>
          <a:prstGeom prst="rect">
            <a:avLst/>
          </a:prstGeom>
          <a:noFill/>
          <a:ln w="0">
            <a:noFill/>
          </a:ln>
        </p:spPr>
        <p:txBody>
          <a:bodyPr lIns="91440" tIns="91440" rIns="91440" bIns="91440" anchor="ctr">
            <a:noAutofit/>
          </a:bodyPr>
          <a:lstStyle/>
          <a:p>
            <a:pPr indent="0" algn="ctr">
              <a:lnSpc>
                <a:spcPct val="70000"/>
              </a:lnSpc>
              <a:buNone/>
            </a:pPr>
            <a:r>
              <a:rPr lang="fr-FR" sz="4900" b="0" u="none" strike="noStrike">
                <a:solidFill>
                  <a:schemeClr val="dk2"/>
                </a:solidFill>
                <a:effectLst/>
                <a:uFillTx/>
                <a:latin typeface="VT323"/>
                <a:ea typeface="VT323"/>
              </a:rPr>
              <a:t>xx%</a:t>
            </a:r>
            <a:endParaRPr lang="fr-FR" sz="4900" b="0" u="none" strike="noStrike">
              <a:solidFill>
                <a:schemeClr val="dk1"/>
              </a:solidFill>
              <a:effectLst/>
              <a:uFillTx/>
              <a:latin typeface="Arial"/>
            </a:endParaRPr>
          </a:p>
        </p:txBody>
      </p:sp>
      <p:sp>
        <p:nvSpPr>
          <p:cNvPr id="12" name="PlaceHolder 6"/>
          <p:cNvSpPr>
            <a:spLocks noGrp="1"/>
          </p:cNvSpPr>
          <p:nvPr>
            <p:ph type="title"/>
          </p:nvPr>
        </p:nvSpPr>
        <p:spPr>
          <a:xfrm>
            <a:off x="4627440" y="2518560"/>
            <a:ext cx="711720" cy="310320"/>
          </a:xfrm>
          <a:prstGeom prst="rect">
            <a:avLst/>
          </a:prstGeom>
          <a:noFill/>
          <a:ln w="0">
            <a:noFill/>
          </a:ln>
        </p:spPr>
        <p:txBody>
          <a:bodyPr lIns="91440" tIns="91440" rIns="91440" bIns="91440" anchor="ctr">
            <a:noAutofit/>
          </a:bodyPr>
          <a:lstStyle/>
          <a:p>
            <a:pPr indent="0" algn="ctr">
              <a:lnSpc>
                <a:spcPct val="70000"/>
              </a:lnSpc>
              <a:buNone/>
            </a:pPr>
            <a:r>
              <a:rPr lang="fr-FR" sz="4900" b="0" u="none" strike="noStrike">
                <a:solidFill>
                  <a:schemeClr val="dk2"/>
                </a:solidFill>
                <a:effectLst/>
                <a:uFillTx/>
                <a:latin typeface="VT323"/>
                <a:ea typeface="VT323"/>
              </a:rPr>
              <a:t>xx%</a:t>
            </a:r>
            <a:endParaRPr lang="fr-FR" sz="4900" b="0" u="none" strike="noStrike">
              <a:solidFill>
                <a:schemeClr val="dk1"/>
              </a:solidFill>
              <a:effectLst/>
              <a:uFillTx/>
              <a:latin typeface="Arial"/>
            </a:endParaRPr>
          </a:p>
        </p:txBody>
      </p:sp>
      <p:sp>
        <p:nvSpPr>
          <p:cNvPr id="13" name="PlaceHolder 7"/>
          <p:cNvSpPr>
            <a:spLocks noGrp="1"/>
          </p:cNvSpPr>
          <p:nvPr>
            <p:ph type="title"/>
          </p:nvPr>
        </p:nvSpPr>
        <p:spPr>
          <a:xfrm>
            <a:off x="4627440" y="3465360"/>
            <a:ext cx="711720" cy="310320"/>
          </a:xfrm>
          <a:prstGeom prst="rect">
            <a:avLst/>
          </a:prstGeom>
          <a:noFill/>
          <a:ln w="0">
            <a:noFill/>
          </a:ln>
        </p:spPr>
        <p:txBody>
          <a:bodyPr lIns="91440" tIns="91440" rIns="91440" bIns="91440" anchor="ctr">
            <a:noAutofit/>
          </a:bodyPr>
          <a:lstStyle/>
          <a:p>
            <a:pPr indent="0" algn="ctr">
              <a:lnSpc>
                <a:spcPct val="70000"/>
              </a:lnSpc>
              <a:buNone/>
            </a:pPr>
            <a:r>
              <a:rPr lang="fr-FR" sz="4900" b="0" u="none" strike="noStrike">
                <a:solidFill>
                  <a:schemeClr val="dk2"/>
                </a:solidFill>
                <a:effectLst/>
                <a:uFillTx/>
                <a:latin typeface="VT323"/>
                <a:ea typeface="VT323"/>
              </a:rPr>
              <a:t>xx%</a:t>
            </a:r>
            <a:endParaRPr lang="fr-FR" sz="4900" b="0" u="none" strike="noStrike">
              <a:solidFill>
                <a:schemeClr val="dk1"/>
              </a:solidFill>
              <a:effectLst/>
              <a:uFillTx/>
              <a:latin typeface="Arial"/>
            </a:endParaRPr>
          </a:p>
        </p:txBody>
      </p:sp>
      <p:sp>
        <p:nvSpPr>
          <p:cNvPr id="14" name="PlaceHolder 8"/>
          <p:cNvSpPr>
            <a:spLocks noGrp="1"/>
          </p:cNvSpPr>
          <p:nvPr>
            <p:ph type="title"/>
          </p:nvPr>
        </p:nvSpPr>
        <p:spPr>
          <a:xfrm>
            <a:off x="4627440" y="624600"/>
            <a:ext cx="711720" cy="310320"/>
          </a:xfrm>
          <a:prstGeom prst="rect">
            <a:avLst/>
          </a:prstGeom>
          <a:noFill/>
          <a:ln w="0">
            <a:noFill/>
          </a:ln>
        </p:spPr>
        <p:txBody>
          <a:bodyPr lIns="91440" tIns="91440" rIns="91440" bIns="91440" anchor="ctr">
            <a:noAutofit/>
          </a:bodyPr>
          <a:lstStyle/>
          <a:p>
            <a:pPr indent="0" algn="ctr">
              <a:lnSpc>
                <a:spcPct val="70000"/>
              </a:lnSpc>
              <a:buNone/>
            </a:pPr>
            <a:r>
              <a:rPr lang="fr-FR" sz="4900" b="0" u="none" strike="noStrike">
                <a:solidFill>
                  <a:schemeClr val="dk2"/>
                </a:solidFill>
                <a:effectLst/>
                <a:uFillTx/>
                <a:latin typeface="VT323"/>
                <a:ea typeface="VT323"/>
              </a:rPr>
              <a:t>xx%</a:t>
            </a:r>
            <a:endParaRPr lang="fr-FR" sz="4900" b="0" u="none" strike="noStrike">
              <a:solidFill>
                <a:schemeClr val="dk1"/>
              </a:solidFill>
              <a:effectLst/>
              <a:uFillTx/>
              <a:latin typeface="Arial"/>
            </a:endParaRPr>
          </a:p>
        </p:txBody>
      </p:sp>
      <p:sp>
        <p:nvSpPr>
          <p:cNvPr id="15" name="PlaceHolder 9"/>
          <p:cNvSpPr>
            <a:spLocks noGrp="1"/>
          </p:cNvSpPr>
          <p:nvPr>
            <p:ph type="title"/>
          </p:nvPr>
        </p:nvSpPr>
        <p:spPr>
          <a:xfrm>
            <a:off x="228600" y="4352040"/>
            <a:ext cx="8686800" cy="54684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lt1"/>
        </a:solid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1417320" y="910080"/>
            <a:ext cx="5261760" cy="1544400"/>
          </a:xfrm>
          <a:prstGeom prst="rect">
            <a:avLst/>
          </a:prstGeom>
          <a:noFill/>
          <a:ln w="0">
            <a:noFill/>
          </a:ln>
        </p:spPr>
        <p:txBody>
          <a:bodyPr lIns="91440" tIns="91440" rIns="91440" bIns="91440" anchor="t">
            <a:noAutofit/>
          </a:bodyPr>
          <a:lstStyle/>
          <a:p>
            <a:pPr indent="0">
              <a:buNone/>
            </a:pPr>
            <a:r>
              <a:rPr lang="fr-FR" sz="5700" b="0" u="none" strike="noStrike">
                <a:solidFill>
                  <a:schemeClr val="dk1"/>
                </a:solidFill>
                <a:effectLst/>
                <a:uFillTx/>
                <a:latin typeface="Arial"/>
              </a:rPr>
              <a:t>Click to edit the title text format</a:t>
            </a:r>
          </a:p>
        </p:txBody>
      </p:sp>
      <p:pic>
        <p:nvPicPr>
          <p:cNvPr id="17" name="Google Shape;74;p14"/>
          <p:cNvPicPr/>
          <p:nvPr/>
        </p:nvPicPr>
        <p:blipFill>
          <a:blip r:embed="rId2">
            <a:alphaModFix amt="56000"/>
          </a:blip>
          <a:srcRect l="16172" r="18707"/>
          <a:stretch/>
        </p:blipFill>
        <p:spPr>
          <a:xfrm rot="16488600">
            <a:off x="5582160" y="-1103400"/>
            <a:ext cx="7337520" cy="5738760"/>
          </a:xfrm>
          <a:prstGeom prst="rect">
            <a:avLst/>
          </a:prstGeom>
          <a:noFill/>
          <a:ln w="0">
            <a:noFill/>
          </a:ln>
        </p:spPr>
      </p:pic>
      <p:sp>
        <p:nvSpPr>
          <p:cNvPr id="18"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pic>
        <p:nvPicPr>
          <p:cNvPr id="19" name="Google Shape;76;p15"/>
          <p:cNvPicPr/>
          <p:nvPr/>
        </p:nvPicPr>
        <p:blipFill>
          <a:blip r:embed="rId2">
            <a:alphaModFix amt="56000"/>
          </a:blip>
          <a:srcRect l="16172" r="18707"/>
          <a:stretch/>
        </p:blipFill>
        <p:spPr>
          <a:xfrm>
            <a:off x="171360" y="-1813680"/>
            <a:ext cx="7337520" cy="5738760"/>
          </a:xfrm>
          <a:prstGeom prst="rect">
            <a:avLst/>
          </a:prstGeom>
          <a:noFill/>
          <a:ln w="0">
            <a:noFill/>
          </a:ln>
        </p:spPr>
      </p:pic>
      <p:sp>
        <p:nvSpPr>
          <p:cNvPr id="20" name="PlaceHolder 1"/>
          <p:cNvSpPr>
            <a:spLocks noGrp="1"/>
          </p:cNvSpPr>
          <p:nvPr>
            <p:ph type="body"/>
          </p:nvPr>
        </p:nvSpPr>
        <p:spPr>
          <a:xfrm>
            <a:off x="228600" y="3276000"/>
            <a:ext cx="3710160" cy="16387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sp>
        <p:nvSpPr>
          <p:cNvPr id="21" name="PlaceHolder 2"/>
          <p:cNvSpPr>
            <a:spLocks noGrp="1"/>
          </p:cNvSpPr>
          <p:nvPr>
            <p:ph type="title"/>
          </p:nvPr>
        </p:nvSpPr>
        <p:spPr>
          <a:xfrm>
            <a:off x="228600" y="342000"/>
            <a:ext cx="3710160" cy="178632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22" name="PlaceHolder 3"/>
          <p:cNvSpPr>
            <a:spLocks noGrp="1"/>
          </p:cNvSpPr>
          <p:nvPr>
            <p:ph type="body"/>
          </p:nvPr>
        </p:nvSpPr>
        <p:spPr>
          <a:xfrm>
            <a:off x="4306680" y="0"/>
            <a:ext cx="483732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ITLE_ONLY_1">
    <p:bg>
      <p:bgPr>
        <a:solidFill>
          <a:schemeClr val="lt1"/>
        </a:solidFill>
        <a:effectLst/>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228600" y="32904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pic>
        <p:nvPicPr>
          <p:cNvPr id="24" name="Google Shape;82;p16"/>
          <p:cNvPicPr/>
          <p:nvPr/>
        </p:nvPicPr>
        <p:blipFill>
          <a:blip r:embed="rId2">
            <a:alphaModFix amt="66000"/>
          </a:blip>
          <a:srcRect l="16172" r="18707"/>
          <a:stretch/>
        </p:blipFill>
        <p:spPr>
          <a:xfrm rot="2517600">
            <a:off x="3900960" y="-3385080"/>
            <a:ext cx="9691920" cy="8370720"/>
          </a:xfrm>
          <a:prstGeom prst="rect">
            <a:avLst/>
          </a:prstGeom>
          <a:noFill/>
          <a:ln w="0">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_1_1_1_2">
    <p:bg>
      <p:bgPr>
        <a:solidFill>
          <a:schemeClr val="lt1"/>
        </a:solidFill>
        <a:effectLst/>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1214280" y="2702160"/>
            <a:ext cx="929880" cy="310320"/>
          </a:xfrm>
          <a:prstGeom prst="rect">
            <a:avLst/>
          </a:prstGeom>
          <a:noFill/>
          <a:ln w="0">
            <a:noFill/>
          </a:ln>
        </p:spPr>
        <p:txBody>
          <a:bodyPr lIns="91440" tIns="91440" rIns="91440" bIns="91440" anchor="ctr">
            <a:noAutofit/>
          </a:bodyPr>
          <a:lstStyle/>
          <a:p>
            <a:pPr indent="0">
              <a:lnSpc>
                <a:spcPct val="85000"/>
              </a:lnSpc>
              <a:buNone/>
            </a:pPr>
            <a:r>
              <a:rPr lang="fr-FR" sz="4900" b="0" u="none" strike="noStrike">
                <a:solidFill>
                  <a:schemeClr val="dk2"/>
                </a:solidFill>
                <a:effectLst/>
                <a:uFillTx/>
                <a:latin typeface="VT323"/>
                <a:ea typeface="VT323"/>
              </a:rPr>
              <a:t>xx%</a:t>
            </a:r>
            <a:endParaRPr lang="fr-FR" sz="4900" b="0" u="none" strike="noStrike">
              <a:solidFill>
                <a:schemeClr val="dk1"/>
              </a:solidFill>
              <a:effectLst/>
              <a:uFillTx/>
              <a:latin typeface="Arial"/>
            </a:endParaRPr>
          </a:p>
        </p:txBody>
      </p:sp>
      <p:sp>
        <p:nvSpPr>
          <p:cNvPr id="26" name="PlaceHolder 2"/>
          <p:cNvSpPr>
            <a:spLocks noGrp="1"/>
          </p:cNvSpPr>
          <p:nvPr>
            <p:ph type="title"/>
          </p:nvPr>
        </p:nvSpPr>
        <p:spPr>
          <a:xfrm>
            <a:off x="1215000" y="1388520"/>
            <a:ext cx="928080" cy="310320"/>
          </a:xfrm>
          <a:prstGeom prst="rect">
            <a:avLst/>
          </a:prstGeom>
          <a:noFill/>
          <a:ln w="0">
            <a:noFill/>
          </a:ln>
        </p:spPr>
        <p:txBody>
          <a:bodyPr lIns="91440" tIns="91440" rIns="91440" bIns="91440" anchor="ctr">
            <a:noAutofit/>
          </a:bodyPr>
          <a:lstStyle/>
          <a:p>
            <a:pPr indent="0">
              <a:lnSpc>
                <a:spcPct val="85000"/>
              </a:lnSpc>
              <a:buNone/>
            </a:pPr>
            <a:r>
              <a:rPr lang="fr-FR" sz="4900" b="0" u="none" strike="noStrike">
                <a:solidFill>
                  <a:schemeClr val="dk2"/>
                </a:solidFill>
                <a:effectLst/>
                <a:uFillTx/>
                <a:latin typeface="VT323"/>
                <a:ea typeface="VT323"/>
              </a:rPr>
              <a:t>xx%</a:t>
            </a:r>
            <a:endParaRPr lang="fr-FR" sz="4900" b="0" u="none" strike="noStrike">
              <a:solidFill>
                <a:schemeClr val="dk1"/>
              </a:solidFill>
              <a:effectLst/>
              <a:uFillTx/>
              <a:latin typeface="Arial"/>
            </a:endParaRPr>
          </a:p>
        </p:txBody>
      </p:sp>
      <p:sp>
        <p:nvSpPr>
          <p:cNvPr id="27" name="PlaceHolder 3"/>
          <p:cNvSpPr>
            <a:spLocks noGrp="1"/>
          </p:cNvSpPr>
          <p:nvPr>
            <p:ph type="title"/>
          </p:nvPr>
        </p:nvSpPr>
        <p:spPr>
          <a:xfrm>
            <a:off x="1215360" y="4015440"/>
            <a:ext cx="929880" cy="310320"/>
          </a:xfrm>
          <a:prstGeom prst="rect">
            <a:avLst/>
          </a:prstGeom>
          <a:noFill/>
          <a:ln w="0">
            <a:noFill/>
          </a:ln>
        </p:spPr>
        <p:txBody>
          <a:bodyPr lIns="91440" tIns="91440" rIns="91440" bIns="91440" anchor="ctr">
            <a:noAutofit/>
          </a:bodyPr>
          <a:lstStyle/>
          <a:p>
            <a:pPr indent="0">
              <a:lnSpc>
                <a:spcPct val="85000"/>
              </a:lnSpc>
              <a:buNone/>
            </a:pPr>
            <a:r>
              <a:rPr lang="fr-FR" sz="4900" b="0" u="none" strike="noStrike">
                <a:solidFill>
                  <a:schemeClr val="dk2"/>
                </a:solidFill>
                <a:effectLst/>
                <a:uFillTx/>
                <a:latin typeface="VT323"/>
                <a:ea typeface="VT323"/>
              </a:rPr>
              <a:t>xx%</a:t>
            </a:r>
            <a:endParaRPr lang="fr-FR" sz="4900" b="0" u="none" strike="noStrike">
              <a:solidFill>
                <a:schemeClr val="dk1"/>
              </a:solidFill>
              <a:effectLst/>
              <a:uFillTx/>
              <a:latin typeface="Arial"/>
            </a:endParaRPr>
          </a:p>
        </p:txBody>
      </p:sp>
      <p:sp>
        <p:nvSpPr>
          <p:cNvPr id="28" name="PlaceHolder 4"/>
          <p:cNvSpPr>
            <a:spLocks noGrp="1"/>
          </p:cNvSpPr>
          <p:nvPr>
            <p:ph type="title"/>
          </p:nvPr>
        </p:nvSpPr>
        <p:spPr>
          <a:xfrm>
            <a:off x="228600" y="34272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pic>
        <p:nvPicPr>
          <p:cNvPr id="29" name="Google Shape;91;p17"/>
          <p:cNvPicPr/>
          <p:nvPr/>
        </p:nvPicPr>
        <p:blipFill>
          <a:blip r:embed="rId2">
            <a:alphaModFix amt="56000"/>
          </a:blip>
          <a:srcRect l="16172" r="18707"/>
          <a:stretch/>
        </p:blipFill>
        <p:spPr>
          <a:xfrm rot="11069400">
            <a:off x="5059440" y="980640"/>
            <a:ext cx="7337520" cy="5738760"/>
          </a:xfrm>
          <a:prstGeom prst="rect">
            <a:avLst/>
          </a:prstGeom>
          <a:noFill/>
          <a:ln w="0">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_1_1_1_1_1">
    <p:bg>
      <p:bgPr>
        <a:solidFill>
          <a:schemeClr val="lt1"/>
        </a:solidFill>
        <a:effectLst/>
      </p:bgPr>
    </p:bg>
    <p:spTree>
      <p:nvGrpSpPr>
        <p:cNvPr id="1" name=""/>
        <p:cNvGrpSpPr/>
        <p:nvPr/>
      </p:nvGrpSpPr>
      <p:grpSpPr>
        <a:xfrm>
          <a:off x="0" y="0"/>
          <a:ext cx="0" cy="0"/>
          <a:chOff x="0" y="0"/>
          <a:chExt cx="0" cy="0"/>
        </a:xfrm>
      </p:grpSpPr>
      <p:pic>
        <p:nvPicPr>
          <p:cNvPr id="30" name="Google Shape;93;p18"/>
          <p:cNvPicPr/>
          <p:nvPr/>
        </p:nvPicPr>
        <p:blipFill>
          <a:blip r:embed="rId2">
            <a:alphaModFix amt="56000"/>
          </a:blip>
          <a:srcRect l="16172" r="18707"/>
          <a:stretch/>
        </p:blipFill>
        <p:spPr>
          <a:xfrm rot="6484200">
            <a:off x="2395800" y="-3969720"/>
            <a:ext cx="7337520" cy="5738760"/>
          </a:xfrm>
          <a:prstGeom prst="rect">
            <a:avLst/>
          </a:prstGeom>
          <a:noFill/>
          <a:ln w="0">
            <a:noFill/>
          </a:ln>
        </p:spPr>
      </p:pic>
      <p:sp>
        <p:nvSpPr>
          <p:cNvPr id="31" name="PlaceHolder 1"/>
          <p:cNvSpPr>
            <a:spLocks noGrp="1"/>
          </p:cNvSpPr>
          <p:nvPr>
            <p:ph type="title"/>
          </p:nvPr>
        </p:nvSpPr>
        <p:spPr>
          <a:xfrm>
            <a:off x="6945480" y="3388320"/>
            <a:ext cx="865440" cy="310320"/>
          </a:xfrm>
          <a:prstGeom prst="rect">
            <a:avLst/>
          </a:prstGeom>
          <a:noFill/>
          <a:ln w="0">
            <a:noFill/>
          </a:ln>
        </p:spPr>
        <p:txBody>
          <a:bodyPr lIns="91440" tIns="91440" rIns="91440" bIns="91440" anchor="ctr">
            <a:noAutofit/>
          </a:bodyPr>
          <a:lstStyle/>
          <a:p>
            <a:pPr indent="0" algn="ctr">
              <a:lnSpc>
                <a:spcPct val="85000"/>
              </a:lnSpc>
              <a:buNone/>
            </a:pPr>
            <a:r>
              <a:rPr lang="fr-FR" sz="4900" b="0" u="none" strike="noStrike">
                <a:solidFill>
                  <a:schemeClr val="dk2"/>
                </a:solidFill>
                <a:effectLst/>
                <a:uFillTx/>
                <a:latin typeface="VT323"/>
                <a:ea typeface="VT323"/>
              </a:rPr>
              <a:t>xx%</a:t>
            </a:r>
            <a:endParaRPr lang="fr-FR" sz="4900" b="0" u="none" strike="noStrike">
              <a:solidFill>
                <a:schemeClr val="dk1"/>
              </a:solidFill>
              <a:effectLst/>
              <a:uFillTx/>
              <a:latin typeface="Arial"/>
            </a:endParaRPr>
          </a:p>
        </p:txBody>
      </p:sp>
      <p:sp>
        <p:nvSpPr>
          <p:cNvPr id="32" name="PlaceHolder 2"/>
          <p:cNvSpPr>
            <a:spLocks noGrp="1"/>
          </p:cNvSpPr>
          <p:nvPr>
            <p:ph type="title"/>
          </p:nvPr>
        </p:nvSpPr>
        <p:spPr>
          <a:xfrm>
            <a:off x="6945480" y="1609560"/>
            <a:ext cx="865440" cy="310320"/>
          </a:xfrm>
          <a:prstGeom prst="rect">
            <a:avLst/>
          </a:prstGeom>
          <a:noFill/>
          <a:ln w="0">
            <a:noFill/>
          </a:ln>
        </p:spPr>
        <p:txBody>
          <a:bodyPr lIns="91440" tIns="91440" rIns="91440" bIns="91440" anchor="ctr">
            <a:noAutofit/>
          </a:bodyPr>
          <a:lstStyle/>
          <a:p>
            <a:pPr indent="0" algn="ctr">
              <a:lnSpc>
                <a:spcPct val="85000"/>
              </a:lnSpc>
              <a:buNone/>
            </a:pPr>
            <a:r>
              <a:rPr lang="fr-FR" sz="4900" b="0" u="none" strike="noStrike">
                <a:solidFill>
                  <a:schemeClr val="dk2"/>
                </a:solidFill>
                <a:effectLst/>
                <a:uFillTx/>
                <a:latin typeface="VT323"/>
                <a:ea typeface="VT323"/>
              </a:rPr>
              <a:t>xx%</a:t>
            </a:r>
            <a:endParaRPr lang="fr-FR" sz="4900" b="0" u="none" strike="noStrike">
              <a:solidFill>
                <a:schemeClr val="dk1"/>
              </a:solidFill>
              <a:effectLst/>
              <a:uFillTx/>
              <a:latin typeface="Arial"/>
            </a:endParaRPr>
          </a:p>
        </p:txBody>
      </p:sp>
      <p:sp>
        <p:nvSpPr>
          <p:cNvPr id="33" name="PlaceHolder 3"/>
          <p:cNvSpPr>
            <a:spLocks noGrp="1"/>
          </p:cNvSpPr>
          <p:nvPr>
            <p:ph type="title"/>
          </p:nvPr>
        </p:nvSpPr>
        <p:spPr>
          <a:xfrm>
            <a:off x="4140000" y="1609920"/>
            <a:ext cx="864000" cy="310320"/>
          </a:xfrm>
          <a:prstGeom prst="rect">
            <a:avLst/>
          </a:prstGeom>
          <a:noFill/>
          <a:ln w="0">
            <a:noFill/>
          </a:ln>
        </p:spPr>
        <p:txBody>
          <a:bodyPr lIns="91440" tIns="91440" rIns="91440" bIns="91440" anchor="ctr">
            <a:noAutofit/>
          </a:bodyPr>
          <a:lstStyle/>
          <a:p>
            <a:pPr indent="0" algn="ctr">
              <a:lnSpc>
                <a:spcPct val="85000"/>
              </a:lnSpc>
              <a:buNone/>
            </a:pPr>
            <a:r>
              <a:rPr lang="fr-FR" sz="4900" b="0" u="none" strike="noStrike">
                <a:solidFill>
                  <a:schemeClr val="dk2"/>
                </a:solidFill>
                <a:effectLst/>
                <a:uFillTx/>
                <a:latin typeface="VT323"/>
                <a:ea typeface="VT323"/>
              </a:rPr>
              <a:t>xx%</a:t>
            </a:r>
            <a:endParaRPr lang="fr-FR" sz="4900" b="0" u="none" strike="noStrike">
              <a:solidFill>
                <a:schemeClr val="dk1"/>
              </a:solidFill>
              <a:effectLst/>
              <a:uFillTx/>
              <a:latin typeface="Arial"/>
            </a:endParaRPr>
          </a:p>
        </p:txBody>
      </p:sp>
      <p:sp>
        <p:nvSpPr>
          <p:cNvPr id="34" name="PlaceHolder 4"/>
          <p:cNvSpPr>
            <a:spLocks noGrp="1"/>
          </p:cNvSpPr>
          <p:nvPr>
            <p:ph type="title"/>
          </p:nvPr>
        </p:nvSpPr>
        <p:spPr>
          <a:xfrm>
            <a:off x="4139280" y="3388320"/>
            <a:ext cx="865440" cy="310320"/>
          </a:xfrm>
          <a:prstGeom prst="rect">
            <a:avLst/>
          </a:prstGeom>
          <a:noFill/>
          <a:ln w="0">
            <a:noFill/>
          </a:ln>
        </p:spPr>
        <p:txBody>
          <a:bodyPr lIns="91440" tIns="91440" rIns="91440" bIns="91440" anchor="ctr">
            <a:noAutofit/>
          </a:bodyPr>
          <a:lstStyle/>
          <a:p>
            <a:pPr indent="0" algn="ctr">
              <a:lnSpc>
                <a:spcPct val="85000"/>
              </a:lnSpc>
              <a:buNone/>
            </a:pPr>
            <a:r>
              <a:rPr lang="fr-FR" sz="4900" b="0" u="none" strike="noStrike">
                <a:solidFill>
                  <a:schemeClr val="dk2"/>
                </a:solidFill>
                <a:effectLst/>
                <a:uFillTx/>
                <a:latin typeface="VT323"/>
                <a:ea typeface="VT323"/>
              </a:rPr>
              <a:t>xx%</a:t>
            </a:r>
            <a:endParaRPr lang="fr-FR" sz="4900" b="0" u="none" strike="noStrike">
              <a:solidFill>
                <a:schemeClr val="dk1"/>
              </a:solidFill>
              <a:effectLst/>
              <a:uFillTx/>
              <a:latin typeface="Arial"/>
            </a:endParaRPr>
          </a:p>
        </p:txBody>
      </p:sp>
      <p:sp>
        <p:nvSpPr>
          <p:cNvPr id="35" name="PlaceHolder 5"/>
          <p:cNvSpPr>
            <a:spLocks noGrp="1"/>
          </p:cNvSpPr>
          <p:nvPr>
            <p:ph type="title"/>
          </p:nvPr>
        </p:nvSpPr>
        <p:spPr>
          <a:xfrm>
            <a:off x="1332720" y="1609560"/>
            <a:ext cx="865440" cy="310320"/>
          </a:xfrm>
          <a:prstGeom prst="rect">
            <a:avLst/>
          </a:prstGeom>
          <a:noFill/>
          <a:ln w="0">
            <a:noFill/>
          </a:ln>
        </p:spPr>
        <p:txBody>
          <a:bodyPr lIns="91440" tIns="91440" rIns="91440" bIns="91440" anchor="ctr">
            <a:noAutofit/>
          </a:bodyPr>
          <a:lstStyle/>
          <a:p>
            <a:pPr indent="0" algn="ctr">
              <a:lnSpc>
                <a:spcPct val="85000"/>
              </a:lnSpc>
              <a:buNone/>
            </a:pPr>
            <a:r>
              <a:rPr lang="fr-FR" sz="4900" b="0" u="none" strike="noStrike">
                <a:solidFill>
                  <a:schemeClr val="dk2"/>
                </a:solidFill>
                <a:effectLst/>
                <a:uFillTx/>
                <a:latin typeface="VT323"/>
                <a:ea typeface="VT323"/>
              </a:rPr>
              <a:t>xx%</a:t>
            </a:r>
            <a:endParaRPr lang="fr-FR" sz="4900" b="0" u="none" strike="noStrike">
              <a:solidFill>
                <a:schemeClr val="dk1"/>
              </a:solidFill>
              <a:effectLst/>
              <a:uFillTx/>
              <a:latin typeface="Arial"/>
            </a:endParaRPr>
          </a:p>
        </p:txBody>
      </p:sp>
      <p:sp>
        <p:nvSpPr>
          <p:cNvPr id="36" name="PlaceHolder 6"/>
          <p:cNvSpPr>
            <a:spLocks noGrp="1"/>
          </p:cNvSpPr>
          <p:nvPr>
            <p:ph type="title"/>
          </p:nvPr>
        </p:nvSpPr>
        <p:spPr>
          <a:xfrm>
            <a:off x="1332720" y="3388320"/>
            <a:ext cx="865440" cy="310320"/>
          </a:xfrm>
          <a:prstGeom prst="rect">
            <a:avLst/>
          </a:prstGeom>
          <a:noFill/>
          <a:ln w="0">
            <a:noFill/>
          </a:ln>
        </p:spPr>
        <p:txBody>
          <a:bodyPr lIns="91440" tIns="91440" rIns="91440" bIns="91440" anchor="ctr">
            <a:noAutofit/>
          </a:bodyPr>
          <a:lstStyle/>
          <a:p>
            <a:pPr indent="0" algn="ctr">
              <a:lnSpc>
                <a:spcPct val="85000"/>
              </a:lnSpc>
              <a:buNone/>
            </a:pPr>
            <a:r>
              <a:rPr lang="fr-FR" sz="4900" b="0" u="none" strike="noStrike">
                <a:solidFill>
                  <a:schemeClr val="dk2"/>
                </a:solidFill>
                <a:effectLst/>
                <a:uFillTx/>
                <a:latin typeface="VT323"/>
                <a:ea typeface="VT323"/>
              </a:rPr>
              <a:t>xx%</a:t>
            </a:r>
            <a:endParaRPr lang="fr-FR" sz="4900" b="0" u="none" strike="noStrike">
              <a:solidFill>
                <a:schemeClr val="dk1"/>
              </a:solidFill>
              <a:effectLst/>
              <a:uFillTx/>
              <a:latin typeface="Arial"/>
            </a:endParaRPr>
          </a:p>
        </p:txBody>
      </p:sp>
      <p:sp>
        <p:nvSpPr>
          <p:cNvPr id="37" name="PlaceHolder 7"/>
          <p:cNvSpPr>
            <a:spLocks noGrp="1"/>
          </p:cNvSpPr>
          <p:nvPr>
            <p:ph type="title"/>
          </p:nvPr>
        </p:nvSpPr>
        <p:spPr>
          <a:xfrm>
            <a:off x="228600" y="32904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1416600" y="552600"/>
            <a:ext cx="6310080" cy="1297440"/>
          </a:xfrm>
          <a:prstGeom prst="rect">
            <a:avLst/>
          </a:prstGeom>
          <a:noFill/>
          <a:ln w="0">
            <a:noFill/>
          </a:ln>
        </p:spPr>
        <p:txBody>
          <a:bodyPr lIns="91440" tIns="91440" rIns="91440" bIns="91440" anchor="b">
            <a:noAutofit/>
          </a:bodyPr>
          <a:lstStyle/>
          <a:p>
            <a:pPr indent="0">
              <a:lnSpc>
                <a:spcPct val="85000"/>
              </a:lnSpc>
              <a:buNone/>
            </a:pPr>
            <a:r>
              <a:rPr lang="fr-FR" sz="10900" b="0" u="none" strike="noStrike">
                <a:solidFill>
                  <a:schemeClr val="dk1"/>
                </a:solidFill>
                <a:effectLst/>
                <a:uFillTx/>
                <a:latin typeface="VT323"/>
                <a:ea typeface="VT323"/>
              </a:rPr>
              <a:t>xx%</a:t>
            </a:r>
            <a:endParaRPr lang="fr-FR" sz="10900" b="0" u="none" strike="noStrike">
              <a:solidFill>
                <a:schemeClr val="dk1"/>
              </a:solidFill>
              <a:effectLst/>
              <a:uFillTx/>
              <a:latin typeface="Arial"/>
            </a:endParaRPr>
          </a:p>
        </p:txBody>
      </p:sp>
      <p:sp>
        <p:nvSpPr>
          <p:cNvPr id="39" name="PlaceHolder 2"/>
          <p:cNvSpPr>
            <a:spLocks noGrp="1"/>
          </p:cNvSpPr>
          <p:nvPr>
            <p:ph type="title"/>
          </p:nvPr>
        </p:nvSpPr>
        <p:spPr>
          <a:xfrm>
            <a:off x="1416600" y="2969280"/>
            <a:ext cx="6310080" cy="1297440"/>
          </a:xfrm>
          <a:prstGeom prst="rect">
            <a:avLst/>
          </a:prstGeom>
          <a:noFill/>
          <a:ln w="0">
            <a:noFill/>
          </a:ln>
        </p:spPr>
        <p:txBody>
          <a:bodyPr lIns="91440" tIns="91440" rIns="91440" bIns="91440" anchor="b">
            <a:noAutofit/>
          </a:bodyPr>
          <a:lstStyle/>
          <a:p>
            <a:pPr indent="0">
              <a:lnSpc>
                <a:spcPct val="85000"/>
              </a:lnSpc>
              <a:buNone/>
            </a:pPr>
            <a:r>
              <a:rPr lang="fr-FR" sz="10900" b="0" u="none" strike="noStrike">
                <a:solidFill>
                  <a:schemeClr val="dk1"/>
                </a:solidFill>
                <a:effectLst/>
                <a:uFillTx/>
                <a:latin typeface="VT323"/>
                <a:ea typeface="VT323"/>
              </a:rPr>
              <a:t>xx%</a:t>
            </a:r>
            <a:endParaRPr lang="fr-FR" sz="10900" b="0" u="none" strike="noStrike">
              <a:solidFill>
                <a:schemeClr val="dk1"/>
              </a:solidFill>
              <a:effectLst/>
              <a:uFillTx/>
              <a:latin typeface="Arial"/>
            </a:endParaRPr>
          </a:p>
        </p:txBody>
      </p:sp>
      <p:pic>
        <p:nvPicPr>
          <p:cNvPr id="40" name="Google Shape;112;p19"/>
          <p:cNvPicPr/>
          <p:nvPr/>
        </p:nvPicPr>
        <p:blipFill>
          <a:blip r:embed="rId2">
            <a:alphaModFix amt="56000"/>
          </a:blip>
          <a:srcRect l="16172" r="18707"/>
          <a:stretch/>
        </p:blipFill>
        <p:spPr>
          <a:xfrm rot="17479200">
            <a:off x="3828600" y="1923840"/>
            <a:ext cx="7337520" cy="5738760"/>
          </a:xfrm>
          <a:prstGeom prst="rect">
            <a:avLst/>
          </a:prstGeom>
          <a:noFill/>
          <a:ln w="0">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1163880" y="1130040"/>
            <a:ext cx="3577680" cy="677880"/>
          </a:xfrm>
          <a:prstGeom prst="rect">
            <a:avLst/>
          </a:prstGeom>
          <a:noFill/>
          <a:ln w="0">
            <a:noFill/>
          </a:ln>
        </p:spPr>
        <p:txBody>
          <a:bodyPr lIns="91440" tIns="91440" rIns="91440" bIns="91440" anchor="b">
            <a:noAutofit/>
          </a:bodyPr>
          <a:lstStyle/>
          <a:p>
            <a:pPr indent="0">
              <a:buNone/>
            </a:pPr>
            <a:r>
              <a:rPr lang="fr-FR" sz="3700" b="0" u="none" strike="noStrike">
                <a:solidFill>
                  <a:schemeClr val="dk1"/>
                </a:solidFill>
                <a:effectLst/>
                <a:uFillTx/>
                <a:latin typeface="Arial"/>
              </a:rPr>
              <a:t>Click to edit the title text format</a:t>
            </a:r>
          </a:p>
        </p:txBody>
      </p:sp>
      <p:sp>
        <p:nvSpPr>
          <p:cNvPr id="42" name="Google Shape;116;p20"/>
          <p:cNvSpPr/>
          <p:nvPr/>
        </p:nvSpPr>
        <p:spPr>
          <a:xfrm>
            <a:off x="3034440" y="3201120"/>
            <a:ext cx="4945320" cy="5558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r" defTabSz="914400">
              <a:lnSpc>
                <a:spcPct val="100000"/>
              </a:lnSpc>
              <a:tabLst>
                <a:tab pos="0" algn="l"/>
              </a:tabLst>
            </a:pPr>
            <a:r>
              <a:rPr lang="en" sz="1000" b="1" u="none" strike="noStrike">
                <a:solidFill>
                  <a:schemeClr val="dk1"/>
                </a:solidFill>
                <a:effectLst/>
                <a:uFillTx/>
                <a:latin typeface="Archivo"/>
                <a:ea typeface="Archivo"/>
              </a:rPr>
              <a:t>CREDITS:</a:t>
            </a:r>
            <a:r>
              <a:rPr lang="en" sz="1000" b="0" u="none" strike="noStrike">
                <a:solidFill>
                  <a:schemeClr val="dk1"/>
                </a:solidFill>
                <a:effectLst/>
                <a:uFillTx/>
                <a:latin typeface="Archivo"/>
                <a:ea typeface="Archivo"/>
              </a:rPr>
              <a:t> This presentation template was created by </a:t>
            </a:r>
            <a:r>
              <a:rPr lang="en" sz="1000" b="1" u="sng" strike="noStrike">
                <a:solidFill>
                  <a:schemeClr val="dk1"/>
                </a:solidFill>
                <a:effectLst/>
                <a:uFillTx/>
                <a:latin typeface="Archivo"/>
                <a:ea typeface="Archivo"/>
                <a:hlinkClick r:id="rId2"/>
              </a:rPr>
              <a:t>Slidesgo</a:t>
            </a:r>
            <a:r>
              <a:rPr lang="en" sz="1000" b="0" u="none" strike="noStrike">
                <a:solidFill>
                  <a:schemeClr val="dk1"/>
                </a:solidFill>
                <a:effectLst/>
                <a:uFillTx/>
                <a:latin typeface="Archivo"/>
                <a:ea typeface="Archivo"/>
              </a:rPr>
              <a:t>, and includes icons, infographics &amp; images by </a:t>
            </a:r>
            <a:r>
              <a:rPr lang="en" sz="1000" b="1" u="sng" strike="noStrike">
                <a:solidFill>
                  <a:schemeClr val="dk1"/>
                </a:solidFill>
                <a:effectLst/>
                <a:uFillTx/>
                <a:latin typeface="Archivo"/>
                <a:ea typeface="Archivo"/>
                <a:hlinkClick r:id="rId3"/>
              </a:rPr>
              <a:t>Freepik</a:t>
            </a:r>
            <a:r>
              <a:rPr lang="en" sz="1000" b="0" u="none" strike="noStrike">
                <a:solidFill>
                  <a:schemeClr val="dk1"/>
                </a:solidFill>
                <a:effectLst/>
                <a:uFillTx/>
                <a:latin typeface="Archivo"/>
                <a:ea typeface="Archivo"/>
              </a:rPr>
              <a:t> </a:t>
            </a:r>
            <a:endParaRPr lang="en-US" sz="1000" b="0" u="none" strike="noStrike">
              <a:solidFill>
                <a:srgbClr val="000000"/>
              </a:solidFill>
              <a:effectLst/>
              <a:uFillTx/>
              <a:latin typeface="OpenSymbol"/>
            </a:endParaRPr>
          </a:p>
        </p:txBody>
      </p:sp>
      <p:pic>
        <p:nvPicPr>
          <p:cNvPr id="43" name="Google Shape;117;p20"/>
          <p:cNvPicPr/>
          <p:nvPr/>
        </p:nvPicPr>
        <p:blipFill>
          <a:blip r:embed="rId4">
            <a:alphaModFix amt="66000"/>
          </a:blip>
          <a:srcRect l="16172" r="18707"/>
          <a:stretch/>
        </p:blipFill>
        <p:spPr>
          <a:xfrm rot="15349800">
            <a:off x="5539320" y="-906840"/>
            <a:ext cx="9691920" cy="8370720"/>
          </a:xfrm>
          <a:prstGeom prst="rect">
            <a:avLst/>
          </a:prstGeom>
          <a:noFill/>
          <a:ln w="0">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pic>
        <p:nvPicPr>
          <p:cNvPr id="44" name="Google Shape;14;p3"/>
          <p:cNvPicPr/>
          <p:nvPr/>
        </p:nvPicPr>
        <p:blipFill>
          <a:blip r:embed="rId2">
            <a:alphaModFix amt="56000"/>
          </a:blip>
          <a:srcRect l="16172" r="18707"/>
          <a:stretch/>
        </p:blipFill>
        <p:spPr>
          <a:xfrm>
            <a:off x="-402480" y="1369800"/>
            <a:ext cx="7337520" cy="5738760"/>
          </a:xfrm>
          <a:prstGeom prst="rect">
            <a:avLst/>
          </a:prstGeom>
          <a:noFill/>
          <a:ln w="0">
            <a:noFill/>
          </a:ln>
        </p:spPr>
      </p:pic>
      <p:sp>
        <p:nvSpPr>
          <p:cNvPr id="45" name="PlaceHolder 1"/>
          <p:cNvSpPr>
            <a:spLocks noGrp="1"/>
          </p:cNvSpPr>
          <p:nvPr>
            <p:ph type="title"/>
          </p:nvPr>
        </p:nvSpPr>
        <p:spPr>
          <a:xfrm>
            <a:off x="4256640" y="2401920"/>
            <a:ext cx="4658400" cy="52704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46" name="PlaceHolder 2"/>
          <p:cNvSpPr>
            <a:spLocks noGrp="1"/>
          </p:cNvSpPr>
          <p:nvPr>
            <p:ph type="title"/>
          </p:nvPr>
        </p:nvSpPr>
        <p:spPr>
          <a:xfrm>
            <a:off x="228600" y="1498320"/>
            <a:ext cx="3008880" cy="2066040"/>
          </a:xfrm>
          <a:prstGeom prst="rect">
            <a:avLst/>
          </a:prstGeom>
          <a:noFill/>
          <a:ln w="0">
            <a:noFill/>
          </a:ln>
        </p:spPr>
        <p:txBody>
          <a:bodyPr lIns="91440" tIns="91440" rIns="91440" bIns="91440" anchor="ctr">
            <a:noAutofit/>
          </a:bodyPr>
          <a:lstStyle/>
          <a:p>
            <a:pPr indent="0" algn="ctr">
              <a:lnSpc>
                <a:spcPct val="85000"/>
              </a:lnSpc>
              <a:buNone/>
            </a:pPr>
            <a:r>
              <a:rPr lang="fr-FR" sz="17100" b="0" u="none" strike="noStrike">
                <a:solidFill>
                  <a:schemeClr val="dk1"/>
                </a:solidFill>
                <a:effectLst/>
                <a:uFillTx/>
                <a:latin typeface="VT323"/>
                <a:ea typeface="VT323"/>
              </a:rPr>
              <a:t>xx%</a:t>
            </a:r>
            <a:endParaRPr lang="fr-FR" sz="17100" b="0" u="none" strike="noStrike">
              <a:solidFill>
                <a:schemeClr val="dk1"/>
              </a:solidFill>
              <a:effectLst/>
              <a:uFillTx/>
              <a:latin typeface="Arial"/>
            </a:endParaRPr>
          </a:p>
        </p:txBody>
      </p:sp>
      <p:sp>
        <p:nvSpPr>
          <p:cNvPr id="47"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_1_1_1_1_1_1_1">
    <p:bg>
      <p:bgPr>
        <a:solidFill>
          <a:schemeClr val="lt1"/>
        </a:solidFill>
        <a:effectLst/>
      </p:bgPr>
    </p:bg>
    <p:spTree>
      <p:nvGrpSpPr>
        <p:cNvPr id="1" name=""/>
        <p:cNvGrpSpPr/>
        <p:nvPr/>
      </p:nvGrpSpPr>
      <p:grpSpPr>
        <a:xfrm>
          <a:off x="0" y="0"/>
          <a:ext cx="0" cy="0"/>
          <a:chOff x="0" y="0"/>
          <a:chExt cx="0" cy="0"/>
        </a:xfrm>
      </p:grpSpPr>
      <p:pic>
        <p:nvPicPr>
          <p:cNvPr id="48" name="Google Shape;119;p21"/>
          <p:cNvPicPr/>
          <p:nvPr/>
        </p:nvPicPr>
        <p:blipFill>
          <a:blip r:embed="rId2">
            <a:alphaModFix amt="66000"/>
          </a:blip>
          <a:srcRect l="16172" r="18707"/>
          <a:stretch/>
        </p:blipFill>
        <p:spPr>
          <a:xfrm rot="15349800">
            <a:off x="-3836520" y="-3130200"/>
            <a:ext cx="9691920" cy="8370720"/>
          </a:xfrm>
          <a:prstGeom prst="rect">
            <a:avLst/>
          </a:prstGeom>
          <a:noFill/>
          <a:ln w="0">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_1_1_1_1_1_1_1_1">
    <p:bg>
      <p:bgPr>
        <a:solidFill>
          <a:schemeClr val="lt1"/>
        </a:solidFill>
        <a:effectLst/>
      </p:bgPr>
    </p:bg>
    <p:spTree>
      <p:nvGrpSpPr>
        <p:cNvPr id="1" name=""/>
        <p:cNvGrpSpPr/>
        <p:nvPr/>
      </p:nvGrpSpPr>
      <p:grpSpPr>
        <a:xfrm>
          <a:off x="0" y="0"/>
          <a:ext cx="0" cy="0"/>
          <a:chOff x="0" y="0"/>
          <a:chExt cx="0" cy="0"/>
        </a:xfrm>
      </p:grpSpPr>
      <p:pic>
        <p:nvPicPr>
          <p:cNvPr id="49" name="Google Shape;121;p22"/>
          <p:cNvPicPr/>
          <p:nvPr/>
        </p:nvPicPr>
        <p:blipFill>
          <a:blip r:embed="rId2">
            <a:alphaModFix amt="66000"/>
          </a:blip>
          <a:srcRect l="16172" r="18707"/>
          <a:stretch/>
        </p:blipFill>
        <p:spPr>
          <a:xfrm rot="15349800">
            <a:off x="1293120" y="767160"/>
            <a:ext cx="9691920" cy="8370720"/>
          </a:xfrm>
          <a:prstGeom prst="rect">
            <a:avLst/>
          </a:prstGeom>
          <a:noFill/>
          <a:ln w="0">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51" name="PlaceHolder 2"/>
          <p:cNvSpPr>
            <a:spLocks noGrp="1"/>
          </p:cNvSpPr>
          <p:nvPr>
            <p:ph type="body"/>
          </p:nvPr>
        </p:nvSpPr>
        <p:spPr>
          <a:xfrm>
            <a:off x="720000" y="1152360"/>
            <a:ext cx="7703640" cy="341604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pic>
        <p:nvPicPr>
          <p:cNvPr id="52" name="Google Shape;20;p4"/>
          <p:cNvPicPr/>
          <p:nvPr/>
        </p:nvPicPr>
        <p:blipFill>
          <a:blip r:embed="rId2">
            <a:alphaModFix amt="56000"/>
          </a:blip>
          <a:srcRect l="16172" r="18707"/>
          <a:stretch/>
        </p:blipFill>
        <p:spPr>
          <a:xfrm rot="14140800">
            <a:off x="6268320" y="-813600"/>
            <a:ext cx="7337520" cy="5738760"/>
          </a:xfrm>
          <a:prstGeom prst="rect">
            <a:avLst/>
          </a:prstGeom>
          <a:noFill/>
          <a:ln w="0">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228600" y="32904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pic>
        <p:nvPicPr>
          <p:cNvPr id="54" name="Google Shape;27;p5"/>
          <p:cNvPicPr/>
          <p:nvPr/>
        </p:nvPicPr>
        <p:blipFill>
          <a:blip r:embed="rId2">
            <a:alphaModFix amt="56000"/>
          </a:blip>
          <a:srcRect l="16172" r="18707"/>
          <a:stretch/>
        </p:blipFill>
        <p:spPr>
          <a:xfrm rot="11069400">
            <a:off x="-3573360" y="90720"/>
            <a:ext cx="7337520" cy="5738760"/>
          </a:xfrm>
          <a:prstGeom prst="rect">
            <a:avLst/>
          </a:prstGeom>
          <a:noFill/>
          <a:ln w="0">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228600" y="34416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pic>
        <p:nvPicPr>
          <p:cNvPr id="56" name="Google Shape;30;p6"/>
          <p:cNvPicPr/>
          <p:nvPr/>
        </p:nvPicPr>
        <p:blipFill>
          <a:blip r:embed="rId2">
            <a:alphaModFix amt="56000"/>
          </a:blip>
          <a:srcRect l="16172" r="18707"/>
          <a:stretch/>
        </p:blipFill>
        <p:spPr>
          <a:xfrm>
            <a:off x="-4048560" y="166680"/>
            <a:ext cx="7337520" cy="5738760"/>
          </a:xfrm>
          <a:prstGeom prst="rect">
            <a:avLst/>
          </a:prstGeom>
          <a:noFill/>
          <a:ln w="0">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sp>
        <p:nvSpPr>
          <p:cNvPr id="57" name="PlaceHolder 1"/>
          <p:cNvSpPr>
            <a:spLocks noGrp="1"/>
          </p:cNvSpPr>
          <p:nvPr>
            <p:ph type="title"/>
          </p:nvPr>
        </p:nvSpPr>
        <p:spPr>
          <a:xfrm>
            <a:off x="228600" y="228600"/>
            <a:ext cx="3998160" cy="1445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58" name="PlaceHolder 2"/>
          <p:cNvSpPr>
            <a:spLocks noGrp="1"/>
          </p:cNvSpPr>
          <p:nvPr>
            <p:ph type="body"/>
          </p:nvPr>
        </p:nvSpPr>
        <p:spPr>
          <a:xfrm>
            <a:off x="1609560" y="2066040"/>
            <a:ext cx="3823920" cy="253224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
        <p:nvSpPr>
          <p:cNvPr id="59" name="PlaceHolder 3"/>
          <p:cNvSpPr>
            <a:spLocks noGrp="1"/>
          </p:cNvSpPr>
          <p:nvPr>
            <p:ph type="body"/>
          </p:nvPr>
        </p:nvSpPr>
        <p:spPr>
          <a:xfrm>
            <a:off x="5715720" y="0"/>
            <a:ext cx="3427920" cy="5143320"/>
          </a:xfrm>
          <a:prstGeom prst="rect">
            <a:avLst/>
          </a:prstGeom>
          <a:noFill/>
          <a:ln w="0">
            <a:noFill/>
          </a:ln>
        </p:spPr>
        <p:txBody>
          <a:bodyPr lIns="90000" tIns="45000" rIns="90000" bIns="45000" anchor="t">
            <a:normAutofit lnSpcReduction="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pic>
        <p:nvPicPr>
          <p:cNvPr id="60" name="Google Shape;35;p7"/>
          <p:cNvPicPr/>
          <p:nvPr/>
        </p:nvPicPr>
        <p:blipFill>
          <a:blip r:embed="rId2">
            <a:alphaModFix amt="56000"/>
          </a:blip>
          <a:srcRect l="16172" r="18707"/>
          <a:stretch/>
        </p:blipFill>
        <p:spPr>
          <a:xfrm>
            <a:off x="-2840400" y="2963880"/>
            <a:ext cx="7337520" cy="5738760"/>
          </a:xfrm>
          <a:prstGeom prst="rect">
            <a:avLst/>
          </a:prstGeom>
          <a:noFill/>
          <a:ln w="0">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pic>
        <p:nvPicPr>
          <p:cNvPr id="61" name="Google Shape;37;p8"/>
          <p:cNvPicPr/>
          <p:nvPr/>
        </p:nvPicPr>
        <p:blipFill>
          <a:blip r:embed="rId2">
            <a:alphaModFix amt="56000"/>
          </a:blip>
          <a:srcRect l="16172" r="18707"/>
          <a:stretch/>
        </p:blipFill>
        <p:spPr>
          <a:xfrm rot="6267600">
            <a:off x="763200" y="-3143520"/>
            <a:ext cx="7337520" cy="5738760"/>
          </a:xfrm>
          <a:prstGeom prst="rect">
            <a:avLst/>
          </a:prstGeom>
          <a:noFill/>
          <a:ln w="0">
            <a:noFill/>
          </a:ln>
        </p:spPr>
      </p:pic>
      <p:sp>
        <p:nvSpPr>
          <p:cNvPr id="62" name="PlaceHolder 1"/>
          <p:cNvSpPr>
            <a:spLocks noGrp="1"/>
          </p:cNvSpPr>
          <p:nvPr>
            <p:ph type="title"/>
          </p:nvPr>
        </p:nvSpPr>
        <p:spPr>
          <a:xfrm>
            <a:off x="1388160" y="1307160"/>
            <a:ext cx="6367320" cy="252900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sp>
        <p:nvSpPr>
          <p:cNvPr id="63"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pic>
        <p:nvPicPr>
          <p:cNvPr id="64" name="Google Shape;43;p9"/>
          <p:cNvPicPr/>
          <p:nvPr/>
        </p:nvPicPr>
        <p:blipFill>
          <a:blip r:embed="rId2">
            <a:alphaModFix amt="56000"/>
          </a:blip>
          <a:srcRect l="16172" r="18707"/>
          <a:stretch/>
        </p:blipFill>
        <p:spPr>
          <a:xfrm flipH="1">
            <a:off x="1806480" y="3231720"/>
            <a:ext cx="7337520" cy="5738760"/>
          </a:xfrm>
          <a:prstGeom prst="rect">
            <a:avLst/>
          </a:prstGeom>
          <a:noFill/>
          <a:ln w="0">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65"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66" name="PlaceHolder 2"/>
          <p:cNvSpPr>
            <a:spLocks noGrp="1"/>
          </p:cNvSpPr>
          <p:nvPr>
            <p:ph type="title"/>
          </p:nvPr>
        </p:nvSpPr>
        <p:spPr>
          <a:xfrm>
            <a:off x="1227240" y="3685320"/>
            <a:ext cx="2292480" cy="451440"/>
          </a:xfrm>
          <a:prstGeom prst="rect">
            <a:avLst/>
          </a:prstGeom>
          <a:noFill/>
          <a:ln w="0">
            <a:noFill/>
          </a:ln>
        </p:spPr>
        <p:txBody>
          <a:bodyPr lIns="91440" tIns="91440" rIns="91440" bIns="91440" anchor="t">
            <a:noAutofit/>
          </a:bodyPr>
          <a:lstStyle/>
          <a:p>
            <a:pPr indent="0">
              <a:buNone/>
            </a:pPr>
            <a:r>
              <a:rPr lang="fr-FR" sz="1000" b="0" u="none" strike="noStrike">
                <a:solidFill>
                  <a:schemeClr val="dk1"/>
                </a:solidFill>
                <a:effectLst/>
                <a:uFillTx/>
                <a:latin typeface="Arial"/>
              </a:rPr>
              <a:t>Click to edit the title text format</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chemeClr val="dk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USTOM_2_1">
    <p:bg>
      <p:bgPr>
        <a:solidFill>
          <a:schemeClr val="dk1"/>
        </a:solidFill>
        <a:effectLst/>
      </p:bgPr>
    </p:bg>
    <p:spTree>
      <p:nvGrpSpPr>
        <p:cNvPr id="1" name=""/>
        <p:cNvGrpSpPr/>
        <p:nvPr/>
      </p:nvGrpSpPr>
      <p:grpSpPr>
        <a:xfrm>
          <a:off x="0" y="0"/>
          <a:ext cx="0" cy="0"/>
          <a:chOff x="0" y="0"/>
          <a:chExt cx="0" cy="0"/>
        </a:xfrm>
      </p:grpSpPr>
      <p:sp>
        <p:nvSpPr>
          <p:cNvPr id="67" name="Google Shape;127;p25"/>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68" name="PlaceHolder 1"/>
          <p:cNvSpPr>
            <a:spLocks noGrp="1"/>
          </p:cNvSpPr>
          <p:nvPr>
            <p:ph type="title"/>
          </p:nvPr>
        </p:nvSpPr>
        <p:spPr>
          <a:xfrm>
            <a:off x="713160" y="539640"/>
            <a:ext cx="771732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dk1"/>
        </a:solidFill>
        <a:effectLst/>
      </p:bgPr>
    </p:bg>
    <p:spTree>
      <p:nvGrpSpPr>
        <p:cNvPr id="1" name=""/>
        <p:cNvGrpSpPr/>
        <p:nvPr/>
      </p:nvGrpSpPr>
      <p:grpSpPr>
        <a:xfrm>
          <a:off x="0" y="0"/>
          <a:ext cx="0" cy="0"/>
          <a:chOff x="0" y="0"/>
          <a:chExt cx="0" cy="0"/>
        </a:xfrm>
      </p:grpSpPr>
      <p:sp>
        <p:nvSpPr>
          <p:cNvPr id="69" name="Google Shape;130;p26"/>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70" name="PlaceHolder 1"/>
          <p:cNvSpPr>
            <a:spLocks noGrp="1"/>
          </p:cNvSpPr>
          <p:nvPr>
            <p:ph type="title"/>
          </p:nvPr>
        </p:nvSpPr>
        <p:spPr>
          <a:xfrm>
            <a:off x="728640" y="539640"/>
            <a:ext cx="334728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71" name="PlaceHolder 2"/>
          <p:cNvSpPr>
            <a:spLocks noGrp="1"/>
          </p:cNvSpPr>
          <p:nvPr>
            <p:ph type="title"/>
          </p:nvPr>
        </p:nvSpPr>
        <p:spPr>
          <a:xfrm>
            <a:off x="4977720" y="539640"/>
            <a:ext cx="345816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slideLayout" Target="../slideLayouts/slideLayout23.xml"/><Relationship Id="rId1" Type="http://schemas.openxmlformats.org/officeDocument/2006/relationships/slideLayout" Target="../slideLayouts/slideLayout2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1" r:id="rId1"/>
    <p:sldLayoutId id="2147483672" r:id="rId2"/>
    <p:sldLayoutId id="2147483673"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PlaceHolder 1"/>
          <p:cNvSpPr>
            <a:spLocks noGrp="1"/>
          </p:cNvSpPr>
          <p:nvPr>
            <p:ph type="title"/>
          </p:nvPr>
        </p:nvSpPr>
        <p:spPr>
          <a:xfrm>
            <a:off x="1657440" y="1895400"/>
            <a:ext cx="3171600" cy="685440"/>
          </a:xfrm>
          <a:prstGeom prst="rect">
            <a:avLst/>
          </a:prstGeom>
          <a:noFill/>
          <a:ln w="0">
            <a:noFill/>
          </a:ln>
        </p:spPr>
        <p:txBody>
          <a:bodyPr lIns="91440" tIns="91440" rIns="91440" bIns="91440" anchor="ctr">
            <a:normAutofit/>
          </a:bodyPr>
          <a:lstStyle/>
          <a:p>
            <a:pPr indent="0">
              <a:lnSpc>
                <a:spcPct val="85000"/>
              </a:lnSpc>
              <a:buNone/>
              <a:tabLst>
                <a:tab pos="0" algn="l"/>
              </a:tabLst>
            </a:pPr>
            <a:r>
              <a:rPr lang="en-US" sz="3400" b="0" u="none" strike="noStrike">
                <a:solidFill>
                  <a:schemeClr val="dk1"/>
                </a:solidFill>
                <a:effectLst/>
                <a:uFillTx/>
                <a:latin typeface="Red Hat Mono"/>
                <a:ea typeface="Red Hat Mono"/>
              </a:rPr>
              <a:t>Smart Fire Alarm</a:t>
            </a:r>
            <a:endParaRPr lang="fr-FR" sz="3400" b="0" u="none" strike="noStrike">
              <a:solidFill>
                <a:schemeClr val="dk1"/>
              </a:solidFill>
              <a:effectLst/>
              <a:uFillTx/>
              <a:latin typeface="Arial"/>
            </a:endParaRPr>
          </a:p>
        </p:txBody>
      </p:sp>
      <p:sp>
        <p:nvSpPr>
          <p:cNvPr id="73" name="PlaceHolder 2"/>
          <p:cNvSpPr>
            <a:spLocks noGrp="1"/>
          </p:cNvSpPr>
          <p:nvPr>
            <p:ph type="subTitle"/>
          </p:nvPr>
        </p:nvSpPr>
        <p:spPr>
          <a:xfrm>
            <a:off x="1666800" y="2390760"/>
            <a:ext cx="1695240" cy="8568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1500" b="0" u="none" strike="noStrike">
                <a:solidFill>
                  <a:schemeClr val="dk1"/>
                </a:solidFill>
                <a:effectLst/>
                <a:uFillTx/>
                <a:latin typeface="Archivo"/>
                <a:ea typeface="Archivo"/>
              </a:rPr>
              <a:t>IoT-Based Safety Innovation</a:t>
            </a:r>
            <a:endParaRPr lang="en-US" sz="1500" b="0" u="none" strike="noStrike">
              <a:solidFill>
                <a:srgbClr val="000000"/>
              </a:solidFill>
              <a:effectLst/>
              <a:uFillTx/>
              <a:latin typeface="OpenSymbol"/>
            </a:endParaRPr>
          </a:p>
        </p:txBody>
      </p:sp>
      <p:sp>
        <p:nvSpPr>
          <p:cNvPr id="74" name="PlaceHolder 3"/>
          <p:cNvSpPr>
            <a:spLocks noGrp="1"/>
          </p:cNvSpPr>
          <p:nvPr>
            <p:ph type="title"/>
          </p:nvPr>
        </p:nvSpPr>
        <p:spPr>
          <a:xfrm>
            <a:off x="5181480" y="447840"/>
            <a:ext cx="2304720" cy="4247640"/>
          </a:xfrm>
          <a:prstGeom prst="rect">
            <a:avLst/>
          </a:prstGeom>
          <a:noFill/>
          <a:ln w="0">
            <a:noFill/>
          </a:ln>
        </p:spPr>
        <p:txBody>
          <a:bodyPr lIns="91440" tIns="91440" rIns="91440" bIns="91440" anchor="ctr">
            <a:normAutofit/>
          </a:bodyPr>
          <a:lstStyle/>
          <a:p>
            <a:pPr indent="0" algn="ctr">
              <a:lnSpc>
                <a:spcPct val="70000"/>
              </a:lnSpc>
              <a:buNone/>
              <a:tabLst>
                <a:tab pos="0" algn="l"/>
              </a:tabLst>
            </a:pPr>
            <a:r>
              <a:rPr lang="en-US" sz="6600" b="0" u="none" strike="noStrike" dirty="0">
                <a:solidFill>
                  <a:schemeClr val="dk1"/>
                </a:solidFill>
                <a:effectLst/>
                <a:uFillTx/>
                <a:latin typeface="VT323"/>
                <a:ea typeface="VT323"/>
              </a:rPr>
              <a:t>Smart Fire Alarm</a:t>
            </a:r>
            <a:endParaRPr lang="fr-FR" sz="6600" b="0" u="none" strike="noStrike" dirty="0">
              <a:solidFill>
                <a:schemeClr val="dk1"/>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228600" y="343080"/>
            <a:ext cx="3714480" cy="1790280"/>
          </a:xfrm>
          <a:prstGeom prst="rect">
            <a:avLst/>
          </a:prstGeom>
          <a:noFill/>
          <a:ln w="0">
            <a:noFill/>
          </a:ln>
        </p:spPr>
        <p:txBody>
          <a:bodyPr lIns="91440" tIns="91440" rIns="91440" bIns="91440" anchor="t">
            <a:normAutofit/>
          </a:bodyPr>
          <a:lstStyle/>
          <a:p>
            <a:pPr indent="0">
              <a:lnSpc>
                <a:spcPct val="85000"/>
              </a:lnSpc>
              <a:buNone/>
              <a:tabLst>
                <a:tab pos="0" algn="l"/>
              </a:tabLst>
            </a:pPr>
            <a:r>
              <a:rPr lang="en-US" sz="3200" b="0" u="none" strike="noStrike" dirty="0">
                <a:solidFill>
                  <a:schemeClr val="dk1"/>
                </a:solidFill>
                <a:effectLst/>
                <a:uFillTx/>
                <a:latin typeface="Red Hat Mono"/>
                <a:ea typeface="Red Hat Mono"/>
              </a:rPr>
              <a:t>Introduction</a:t>
            </a:r>
            <a:endParaRPr lang="fr-FR" sz="3200" b="0" u="none" strike="noStrike" dirty="0">
              <a:solidFill>
                <a:schemeClr val="dk1"/>
              </a:solidFill>
              <a:effectLst/>
              <a:uFillTx/>
              <a:latin typeface="Arial"/>
            </a:endParaRPr>
          </a:p>
        </p:txBody>
      </p:sp>
      <p:sp>
        <p:nvSpPr>
          <p:cNvPr id="76" name="PlaceHolder 2"/>
          <p:cNvSpPr>
            <a:spLocks noGrp="1"/>
          </p:cNvSpPr>
          <p:nvPr>
            <p:ph/>
          </p:nvPr>
        </p:nvSpPr>
        <p:spPr>
          <a:xfrm>
            <a:off x="146957" y="1096856"/>
            <a:ext cx="3714480" cy="1638000"/>
          </a:xfrm>
          <a:prstGeom prst="rect">
            <a:avLst/>
          </a:prstGeom>
          <a:noFill/>
          <a:ln w="0">
            <a:noFill/>
          </a:ln>
        </p:spPr>
        <p:txBody>
          <a:bodyPr lIns="91440" tIns="91440" rIns="91440" bIns="91440" anchor="t">
            <a:noAutofit/>
          </a:bodyPr>
          <a:lstStyle/>
          <a:p>
            <a:pPr indent="0">
              <a:lnSpc>
                <a:spcPct val="150000"/>
              </a:lnSpc>
              <a:buNone/>
              <a:tabLst>
                <a:tab pos="0" algn="l"/>
              </a:tabLst>
            </a:pPr>
            <a:r>
              <a:rPr lang="en-US" sz="1600" b="0" u="none" strike="noStrike" dirty="0">
                <a:solidFill>
                  <a:schemeClr val="dk1"/>
                </a:solidFill>
                <a:effectLst/>
                <a:uFillTx/>
                <a:latin typeface="Archivo"/>
                <a:ea typeface="Archivo"/>
              </a:rPr>
              <a:t>The </a:t>
            </a:r>
            <a:r>
              <a:rPr lang="en-US" sz="1600" b="0" i="1" u="none" strike="noStrike" dirty="0">
                <a:solidFill>
                  <a:schemeClr val="dk1"/>
                </a:solidFill>
                <a:effectLst/>
                <a:uFillTx/>
                <a:latin typeface="Archivo"/>
                <a:ea typeface="Archivo"/>
              </a:rPr>
              <a:t>IoT-Based Smart Fire Alarm System</a:t>
            </a:r>
            <a:r>
              <a:rPr lang="en-US" sz="1600" b="0" u="none" strike="noStrike" dirty="0">
                <a:solidFill>
                  <a:schemeClr val="dk1"/>
                </a:solidFill>
                <a:effectLst/>
                <a:uFillTx/>
                <a:latin typeface="Archivo"/>
                <a:ea typeface="Archivo"/>
              </a:rPr>
              <a:t> enhances traditional fire safety by integrating multiple sensors with cloud connectivity. This system provides real-time monitoring, faster detection, and remote alerts, ensuring improved response times and safety. It leverages smart technology to reduce false alarms and enable better fire hazard management.</a:t>
            </a:r>
            <a:endParaRPr lang="fr-FR" sz="1600" b="0" u="none" strike="noStrike" dirty="0">
              <a:solidFill>
                <a:srgbClr val="000000"/>
              </a:solidFill>
              <a:effectLst/>
              <a:uFillTx/>
              <a:latin typeface="Arial"/>
            </a:endParaRPr>
          </a:p>
        </p:txBody>
      </p:sp>
      <p:sp>
        <p:nvSpPr>
          <p:cNvPr id="77" name="Google Shape;208;p30" title="young-woman-wearing-white-clothes.jpg"/>
          <p:cNvSpPr/>
          <p:nvPr/>
        </p:nvSpPr>
        <p:spPr>
          <a:xfrm>
            <a:off x="4306680" y="0"/>
            <a:ext cx="4837320" cy="5143320"/>
          </a:xfrm>
          <a:prstGeom prst="roundRect">
            <a:avLst>
              <a:gd name="adj" fmla="val 19573"/>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PlaceHolder 1"/>
          <p:cNvSpPr>
            <a:spLocks noGrp="1"/>
          </p:cNvSpPr>
          <p:nvPr>
            <p:ph type="title"/>
          </p:nvPr>
        </p:nvSpPr>
        <p:spPr>
          <a:xfrm>
            <a:off x="4257720" y="2400480"/>
            <a:ext cx="4657320" cy="523440"/>
          </a:xfrm>
          <a:prstGeom prst="rect">
            <a:avLst/>
          </a:prstGeom>
          <a:noFill/>
          <a:ln w="0">
            <a:noFill/>
          </a:ln>
        </p:spPr>
        <p:txBody>
          <a:bodyPr lIns="91440" tIns="91440" rIns="91440" bIns="91440" anchor="t">
            <a:noAutofit/>
          </a:bodyPr>
          <a:lstStyle/>
          <a:p>
            <a:pPr indent="0">
              <a:lnSpc>
                <a:spcPct val="85000"/>
              </a:lnSpc>
              <a:buNone/>
              <a:tabLst>
                <a:tab pos="0" algn="l"/>
              </a:tabLst>
            </a:pPr>
            <a:r>
              <a:rPr lang="en-US" sz="3200" b="0" u="none" strike="noStrike" dirty="0">
                <a:solidFill>
                  <a:schemeClr val="dk1"/>
                </a:solidFill>
                <a:effectLst/>
                <a:uFillTx/>
                <a:latin typeface="Red Hat Mono"/>
                <a:ea typeface="Red Hat Mono"/>
              </a:rPr>
              <a:t>Problem and Solution</a:t>
            </a:r>
            <a:endParaRPr lang="fr-FR" sz="3200" b="0" u="none" strike="noStrike" dirty="0">
              <a:solidFill>
                <a:schemeClr val="dk1"/>
              </a:solidFill>
              <a:effectLst/>
              <a:uFillTx/>
              <a:latin typeface="Arial"/>
            </a:endParaRPr>
          </a:p>
        </p:txBody>
      </p:sp>
      <p:sp>
        <p:nvSpPr>
          <p:cNvPr id="79" name="PlaceHolder 2"/>
          <p:cNvSpPr>
            <a:spLocks noGrp="1"/>
          </p:cNvSpPr>
          <p:nvPr>
            <p:ph type="title"/>
          </p:nvPr>
        </p:nvSpPr>
        <p:spPr>
          <a:xfrm>
            <a:off x="228600" y="1495440"/>
            <a:ext cx="3009600" cy="2066400"/>
          </a:xfrm>
          <a:prstGeom prst="rect">
            <a:avLst/>
          </a:prstGeom>
          <a:noFill/>
          <a:ln w="0">
            <a:noFill/>
          </a:ln>
        </p:spPr>
        <p:txBody>
          <a:bodyPr lIns="91440" tIns="91440" rIns="91440" bIns="91440" anchor="ctr">
            <a:normAutofit fontScale="90000"/>
          </a:bodyPr>
          <a:lstStyle/>
          <a:p>
            <a:pPr indent="0" algn="ctr">
              <a:lnSpc>
                <a:spcPct val="100000"/>
              </a:lnSpc>
              <a:buNone/>
              <a:tabLst>
                <a:tab pos="0" algn="l"/>
              </a:tabLst>
            </a:pPr>
            <a:r>
              <a:rPr lang="en-US" sz="17100" b="0" u="none" strike="noStrike">
                <a:solidFill>
                  <a:schemeClr val="dk1"/>
                </a:solidFill>
                <a:effectLst/>
                <a:uFillTx/>
                <a:latin typeface="VT323"/>
                <a:ea typeface="VT323"/>
              </a:rPr>
              <a:t>01</a:t>
            </a:r>
            <a:endParaRPr lang="fr-FR" sz="17100" b="0" u="none" strike="noStrike">
              <a:solidFill>
                <a:schemeClr val="dk1"/>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228600" y="343080"/>
            <a:ext cx="3714480" cy="1790280"/>
          </a:xfrm>
          <a:prstGeom prst="rect">
            <a:avLst/>
          </a:prstGeom>
          <a:noFill/>
          <a:ln w="0">
            <a:noFill/>
          </a:ln>
        </p:spPr>
        <p:txBody>
          <a:bodyPr lIns="91440" tIns="91440" rIns="91440" bIns="91440" anchor="t">
            <a:normAutofit/>
          </a:bodyPr>
          <a:lstStyle/>
          <a:p>
            <a:pPr indent="0">
              <a:lnSpc>
                <a:spcPct val="85000"/>
              </a:lnSpc>
              <a:buNone/>
              <a:tabLst>
                <a:tab pos="0" algn="l"/>
              </a:tabLst>
            </a:pPr>
            <a:r>
              <a:rPr lang="en-US" sz="3200" b="0" u="none" strike="noStrike" dirty="0">
                <a:solidFill>
                  <a:schemeClr val="dk1"/>
                </a:solidFill>
                <a:effectLst/>
                <a:uFillTx/>
                <a:latin typeface="Red Hat Mono"/>
                <a:ea typeface="Red Hat Mono"/>
              </a:rPr>
              <a:t>Limitations of traditional fire alarms</a:t>
            </a:r>
            <a:endParaRPr lang="fr-FR" sz="3200" b="0" u="none" strike="noStrike" dirty="0">
              <a:solidFill>
                <a:schemeClr val="dk1"/>
              </a:solidFill>
              <a:effectLst/>
              <a:uFillTx/>
              <a:latin typeface="Arial"/>
            </a:endParaRPr>
          </a:p>
        </p:txBody>
      </p:sp>
      <p:sp>
        <p:nvSpPr>
          <p:cNvPr id="82" name="Google Shape;208;p30" title="young-woman-wearing-white-clothes.jpg"/>
          <p:cNvSpPr/>
          <p:nvPr/>
        </p:nvSpPr>
        <p:spPr>
          <a:xfrm>
            <a:off x="4306680" y="0"/>
            <a:ext cx="4837320" cy="5143320"/>
          </a:xfrm>
          <a:prstGeom prst="roundRect">
            <a:avLst>
              <a:gd name="adj" fmla="val 19573"/>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7" name="TextBox 6">
            <a:extLst>
              <a:ext uri="{FF2B5EF4-FFF2-40B4-BE49-F238E27FC236}">
                <a16:creationId xmlns:a16="http://schemas.microsoft.com/office/drawing/2014/main" id="{DB7CF748-83AE-B0F2-F379-A2685DD408D3}"/>
              </a:ext>
            </a:extLst>
          </p:cNvPr>
          <p:cNvSpPr txBox="1"/>
          <p:nvPr/>
        </p:nvSpPr>
        <p:spPr>
          <a:xfrm>
            <a:off x="195944" y="1808164"/>
            <a:ext cx="4078080" cy="3370666"/>
          </a:xfrm>
          <a:prstGeom prst="rect">
            <a:avLst/>
          </a:prstGeom>
          <a:noFill/>
        </p:spPr>
        <p:txBody>
          <a:bodyPr wrap="square">
            <a:spAutoFit/>
          </a:bodyPr>
          <a:lstStyle/>
          <a:p>
            <a:pPr indent="0">
              <a:lnSpc>
                <a:spcPct val="150000"/>
              </a:lnSpc>
              <a:buNone/>
              <a:tabLst>
                <a:tab pos="0" algn="l"/>
              </a:tabLst>
            </a:pPr>
            <a:r>
              <a:rPr lang="en-US" sz="1600" dirty="0">
                <a:solidFill>
                  <a:srgbClr val="000000"/>
                </a:solidFill>
              </a:rPr>
              <a:t>Traditional fire alarms often suffer from limited detection capabilities and delayed alerts. They typically rely on a single sensor type, which can lead to false positives or missed detections. Moreover, these systems lack remote monitoring, making timely intervention difficult during emergencies.</a:t>
            </a:r>
          </a:p>
          <a:p>
            <a:pPr indent="0">
              <a:lnSpc>
                <a:spcPct val="150000"/>
              </a:lnSpc>
              <a:buNone/>
              <a:tabLst>
                <a:tab pos="0" algn="l"/>
              </a:tabLst>
            </a:pPr>
            <a:endParaRPr lang="fr-FR" sz="1600" b="0" u="none" strike="noStrike" dirty="0">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1419120" y="914400"/>
            <a:ext cx="5257440" cy="1542600"/>
          </a:xfrm>
          <a:prstGeom prst="rect">
            <a:avLst/>
          </a:prstGeom>
          <a:noFill/>
          <a:ln w="0">
            <a:noFill/>
          </a:ln>
        </p:spPr>
        <p:txBody>
          <a:bodyPr lIns="91440" tIns="91440" rIns="91440" bIns="91440" anchor="t">
            <a:normAutofit fontScale="90000"/>
          </a:bodyPr>
          <a:lstStyle/>
          <a:p>
            <a:pPr indent="0">
              <a:lnSpc>
                <a:spcPct val="85000"/>
              </a:lnSpc>
              <a:buNone/>
              <a:tabLst>
                <a:tab pos="0" algn="l"/>
              </a:tabLst>
            </a:pPr>
            <a:r>
              <a:rPr lang="en-US" sz="5700" b="0" u="none" strike="noStrike" dirty="0">
                <a:solidFill>
                  <a:schemeClr val="dk1"/>
                </a:solidFill>
                <a:effectLst/>
                <a:uFillTx/>
                <a:latin typeface="Red Hat Mono"/>
                <a:ea typeface="Red Hat Mono"/>
              </a:rPr>
              <a:t>Need for IoT-based smart systems</a:t>
            </a:r>
            <a:endParaRPr lang="fr-FR" sz="5700" b="0" u="none" strike="noStrike" dirty="0">
              <a:solidFill>
                <a:schemeClr val="dk1"/>
              </a:solidFill>
              <a:effectLst/>
              <a:uFillTx/>
              <a:latin typeface="Arial"/>
            </a:endParaRPr>
          </a:p>
        </p:txBody>
      </p:sp>
      <p:sp>
        <p:nvSpPr>
          <p:cNvPr id="84" name="PlaceHolder 2"/>
          <p:cNvSpPr>
            <a:spLocks noGrp="1"/>
          </p:cNvSpPr>
          <p:nvPr>
            <p:ph type="subTitle"/>
          </p:nvPr>
        </p:nvSpPr>
        <p:spPr>
          <a:xfrm>
            <a:off x="1419120" y="2619360"/>
            <a:ext cx="6305040" cy="2017954"/>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600" b="0" u="none" strike="noStrike" dirty="0">
                <a:solidFill>
                  <a:schemeClr val="dk1"/>
                </a:solidFill>
                <a:effectLst/>
                <a:uFillTx/>
                <a:latin typeface="Archivo"/>
                <a:ea typeface="Archivo"/>
              </a:rPr>
              <a:t>IoT-based fire alarms integrate multiple sensors and cloud connectivity to address traditional system shortcomings. These smart systems enable continuous real-time monitoring, automated alerts via mobile devices, and advanced data analysis, significantly enhancing fire detection accuracy and response efficiency.</a:t>
            </a:r>
            <a:endParaRPr lang="en-US" sz="1600" b="0" u="none" strike="noStrike" dirty="0">
              <a:solidFill>
                <a:srgbClr val="000000"/>
              </a:solidFill>
              <a:effectLst/>
              <a:uFillTx/>
              <a:latin typeface="OpenSymbo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1419120" y="816431"/>
            <a:ext cx="5257440" cy="1542600"/>
          </a:xfrm>
          <a:prstGeom prst="rect">
            <a:avLst/>
          </a:prstGeom>
          <a:noFill/>
          <a:ln w="0">
            <a:noFill/>
          </a:ln>
        </p:spPr>
        <p:txBody>
          <a:bodyPr lIns="91440" tIns="91440" rIns="91440" bIns="91440" anchor="t">
            <a:noAutofit/>
          </a:bodyPr>
          <a:lstStyle/>
          <a:p>
            <a:pPr indent="0">
              <a:lnSpc>
                <a:spcPct val="85000"/>
              </a:lnSpc>
              <a:buNone/>
              <a:tabLst>
                <a:tab pos="0" algn="l"/>
              </a:tabLst>
            </a:pPr>
            <a:r>
              <a:rPr lang="en-US" b="0" u="none" strike="noStrike" dirty="0">
                <a:solidFill>
                  <a:schemeClr val="dk1"/>
                </a:solidFill>
                <a:effectLst/>
                <a:uFillTx/>
                <a:latin typeface="Red Hat Mono"/>
                <a:ea typeface="Red Hat Mono"/>
              </a:rPr>
              <a:t>Overview of IoT multi-sensor system with cloud monitoring</a:t>
            </a:r>
            <a:endParaRPr lang="fr-FR" b="0" u="none" strike="noStrike" dirty="0">
              <a:solidFill>
                <a:schemeClr val="dk1"/>
              </a:solidFill>
              <a:effectLst/>
              <a:uFillTx/>
              <a:latin typeface="Arial"/>
            </a:endParaRPr>
          </a:p>
        </p:txBody>
      </p:sp>
      <p:sp>
        <p:nvSpPr>
          <p:cNvPr id="86" name="PlaceHolder 2"/>
          <p:cNvSpPr>
            <a:spLocks noGrp="1"/>
          </p:cNvSpPr>
          <p:nvPr>
            <p:ph type="subTitle"/>
          </p:nvPr>
        </p:nvSpPr>
        <p:spPr>
          <a:xfrm>
            <a:off x="1419120" y="2619360"/>
            <a:ext cx="6305040" cy="2303704"/>
          </a:xfrm>
          <a:prstGeom prst="rect">
            <a:avLst/>
          </a:prstGeom>
          <a:noFill/>
          <a:ln w="0">
            <a:noFill/>
          </a:ln>
        </p:spPr>
        <p:txBody>
          <a:bodyPr lIns="91440" tIns="91440" rIns="91440" bIns="91440" anchor="t">
            <a:normAutofit lnSpcReduction="10000"/>
          </a:bodyPr>
          <a:lstStyle/>
          <a:p>
            <a:pPr indent="0">
              <a:lnSpc>
                <a:spcPct val="150000"/>
              </a:lnSpc>
              <a:buNone/>
              <a:tabLst>
                <a:tab pos="0" algn="l"/>
              </a:tabLst>
            </a:pPr>
            <a:r>
              <a:rPr lang="en-US" sz="1600" b="0" u="none" strike="noStrike" dirty="0">
                <a:solidFill>
                  <a:schemeClr val="dk1"/>
                </a:solidFill>
                <a:effectLst/>
                <a:uFillTx/>
                <a:latin typeface="Archivo"/>
                <a:ea typeface="Archivo"/>
              </a:rPr>
              <a:t>The system integrates multiple sensors including smoke, temperature, gas, and flame detectors with an ESP32 microcontroller. It features real-time cloud monitoring through an intuitive dashboard, enhancing fire detection accuracy and enabling instant remote alerts. This IoT approach ensures continuous environmental scanning for early fire hazard identification and improved safety.</a:t>
            </a:r>
            <a:endParaRPr lang="en-US" sz="1600" b="0" u="none" strike="noStrike" dirty="0">
              <a:solidFill>
                <a:srgbClr val="000000"/>
              </a:solidFill>
              <a:effectLst/>
              <a:uFillTx/>
              <a:latin typeface="OpenSymbo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4257720" y="2400480"/>
            <a:ext cx="4657320" cy="523440"/>
          </a:xfrm>
          <a:prstGeom prst="rect">
            <a:avLst/>
          </a:prstGeom>
          <a:noFill/>
          <a:ln w="0">
            <a:noFill/>
          </a:ln>
        </p:spPr>
        <p:txBody>
          <a:bodyPr lIns="91440" tIns="91440" rIns="91440" bIns="91440" anchor="t">
            <a:noAutofit/>
          </a:bodyPr>
          <a:lstStyle/>
          <a:p>
            <a:pPr indent="0">
              <a:lnSpc>
                <a:spcPct val="85000"/>
              </a:lnSpc>
              <a:buNone/>
              <a:tabLst>
                <a:tab pos="0" algn="l"/>
              </a:tabLst>
            </a:pPr>
            <a:r>
              <a:rPr lang="en-US" sz="3200" b="0" u="none" strike="noStrike" dirty="0">
                <a:solidFill>
                  <a:schemeClr val="dk1"/>
                </a:solidFill>
                <a:effectLst/>
                <a:uFillTx/>
                <a:latin typeface="Red Hat Mono"/>
                <a:ea typeface="Red Hat Mono"/>
              </a:rPr>
              <a:t>System and Features</a:t>
            </a:r>
            <a:endParaRPr lang="fr-FR" sz="3200" b="0" u="none" strike="noStrike" dirty="0">
              <a:solidFill>
                <a:schemeClr val="dk1"/>
              </a:solidFill>
              <a:effectLst/>
              <a:uFillTx/>
              <a:latin typeface="Arial"/>
            </a:endParaRPr>
          </a:p>
        </p:txBody>
      </p:sp>
      <p:sp>
        <p:nvSpPr>
          <p:cNvPr id="88" name="PlaceHolder 2"/>
          <p:cNvSpPr>
            <a:spLocks noGrp="1"/>
          </p:cNvSpPr>
          <p:nvPr>
            <p:ph type="title"/>
          </p:nvPr>
        </p:nvSpPr>
        <p:spPr>
          <a:xfrm>
            <a:off x="228600" y="1495440"/>
            <a:ext cx="3009600" cy="2066400"/>
          </a:xfrm>
          <a:prstGeom prst="rect">
            <a:avLst/>
          </a:prstGeom>
          <a:noFill/>
          <a:ln w="0">
            <a:noFill/>
          </a:ln>
        </p:spPr>
        <p:txBody>
          <a:bodyPr lIns="91440" tIns="91440" rIns="91440" bIns="91440" anchor="ctr">
            <a:normAutofit fontScale="90000"/>
          </a:bodyPr>
          <a:lstStyle/>
          <a:p>
            <a:pPr indent="0" algn="ctr">
              <a:lnSpc>
                <a:spcPct val="100000"/>
              </a:lnSpc>
              <a:buNone/>
              <a:tabLst>
                <a:tab pos="0" algn="l"/>
              </a:tabLst>
            </a:pPr>
            <a:r>
              <a:rPr lang="en-US" sz="17100" b="0" u="none" strike="noStrike">
                <a:solidFill>
                  <a:schemeClr val="dk1"/>
                </a:solidFill>
                <a:effectLst/>
                <a:uFillTx/>
                <a:latin typeface="VT323"/>
                <a:ea typeface="VT323"/>
              </a:rPr>
              <a:t>02</a:t>
            </a:r>
            <a:endParaRPr lang="fr-FR" sz="17100" b="0" u="none" strike="noStrike">
              <a:solidFill>
                <a:schemeClr val="dk1"/>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1419120" y="914400"/>
            <a:ext cx="5257440" cy="1542600"/>
          </a:xfrm>
          <a:prstGeom prst="rect">
            <a:avLst/>
          </a:prstGeom>
          <a:noFill/>
          <a:ln w="0">
            <a:noFill/>
          </a:ln>
        </p:spPr>
        <p:txBody>
          <a:bodyPr lIns="91440" tIns="91440" rIns="91440" bIns="91440" anchor="t">
            <a:noAutofit/>
          </a:bodyPr>
          <a:lstStyle/>
          <a:p>
            <a:pPr indent="0">
              <a:lnSpc>
                <a:spcPct val="85000"/>
              </a:lnSpc>
              <a:buNone/>
              <a:tabLst>
                <a:tab pos="0" algn="l"/>
              </a:tabLst>
            </a:pPr>
            <a:r>
              <a:rPr lang="en-US" sz="4000" b="0" u="none" strike="noStrike" dirty="0">
                <a:solidFill>
                  <a:schemeClr val="dk1"/>
                </a:solidFill>
                <a:effectLst/>
                <a:uFillTx/>
                <a:latin typeface="Red Hat Mono"/>
                <a:ea typeface="Red Hat Mono"/>
              </a:rPr>
              <a:t>System architecture: ESP32, sensors, display, buzzer, cloud</a:t>
            </a:r>
            <a:endParaRPr lang="fr-FR" sz="4000" b="0" u="none" strike="noStrike" dirty="0">
              <a:solidFill>
                <a:schemeClr val="dk1"/>
              </a:solidFill>
              <a:effectLst/>
              <a:uFillTx/>
              <a:latin typeface="Arial"/>
            </a:endParaRPr>
          </a:p>
        </p:txBody>
      </p:sp>
      <p:sp>
        <p:nvSpPr>
          <p:cNvPr id="90" name="PlaceHolder 2"/>
          <p:cNvSpPr>
            <a:spLocks noGrp="1"/>
          </p:cNvSpPr>
          <p:nvPr>
            <p:ph type="subTitle"/>
          </p:nvPr>
        </p:nvSpPr>
        <p:spPr>
          <a:xfrm>
            <a:off x="1419120" y="2619360"/>
            <a:ext cx="6305040" cy="2230226"/>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600" b="0" u="none" strike="noStrike" dirty="0">
                <a:solidFill>
                  <a:schemeClr val="dk1"/>
                </a:solidFill>
                <a:effectLst/>
                <a:uFillTx/>
                <a:latin typeface="Archivo"/>
                <a:ea typeface="Archivo"/>
              </a:rPr>
              <a:t>At the core is the ESP32 controller managing data from four diverse sensors. An OLED display provides local status updates, while a buzzer triggers audible alarms. Data is uploaded to the cloud, allowing remote monitoring and control via mobile apps. This architecture ensures robust </a:t>
            </a:r>
            <a:r>
              <a:rPr lang="en-US" sz="1600" b="1" u="none" strike="noStrike" dirty="0">
                <a:solidFill>
                  <a:schemeClr val="dk1"/>
                </a:solidFill>
                <a:effectLst/>
                <a:uFillTx/>
                <a:latin typeface="Archivo"/>
                <a:ea typeface="Archivo"/>
              </a:rPr>
              <a:t>sensor fusion</a:t>
            </a:r>
            <a:r>
              <a:rPr lang="en-US" sz="1600" b="0" u="none" strike="noStrike" dirty="0">
                <a:solidFill>
                  <a:schemeClr val="dk1"/>
                </a:solidFill>
                <a:effectLst/>
                <a:uFillTx/>
                <a:latin typeface="Archivo"/>
                <a:ea typeface="Archivo"/>
              </a:rPr>
              <a:t> and reliable alert delivery.</a:t>
            </a:r>
            <a:endParaRPr lang="en-US" sz="1600" b="0" u="none" strike="noStrike" dirty="0">
              <a:solidFill>
                <a:srgbClr val="000000"/>
              </a:solidFill>
              <a:effectLst/>
              <a:uFillTx/>
              <a:latin typeface="OpenSymbo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1419120" y="914400"/>
            <a:ext cx="5257440" cy="1542600"/>
          </a:xfrm>
          <a:prstGeom prst="rect">
            <a:avLst/>
          </a:prstGeom>
          <a:noFill/>
          <a:ln w="0">
            <a:noFill/>
          </a:ln>
        </p:spPr>
        <p:txBody>
          <a:bodyPr lIns="91440" tIns="91440" rIns="91440" bIns="91440" anchor="t">
            <a:noAutofit/>
          </a:bodyPr>
          <a:lstStyle/>
          <a:p>
            <a:pPr indent="0">
              <a:lnSpc>
                <a:spcPct val="85000"/>
              </a:lnSpc>
              <a:buNone/>
              <a:tabLst>
                <a:tab pos="0" algn="l"/>
              </a:tabLst>
            </a:pPr>
            <a:r>
              <a:rPr lang="en-US" sz="4000" b="0" u="none" strike="noStrike" dirty="0">
                <a:solidFill>
                  <a:schemeClr val="dk1"/>
                </a:solidFill>
                <a:effectLst/>
                <a:uFillTx/>
                <a:latin typeface="Red Hat Mono"/>
                <a:ea typeface="Red Hat Mono"/>
              </a:rPr>
              <a:t>Detection algorithm: multi-threshold logic and sensor fusion</a:t>
            </a:r>
            <a:endParaRPr lang="fr-FR" sz="4000" b="0" u="none" strike="noStrike" dirty="0">
              <a:solidFill>
                <a:schemeClr val="dk1"/>
              </a:solidFill>
              <a:effectLst/>
              <a:uFillTx/>
              <a:latin typeface="Arial"/>
            </a:endParaRPr>
          </a:p>
        </p:txBody>
      </p:sp>
      <p:sp>
        <p:nvSpPr>
          <p:cNvPr id="92" name="PlaceHolder 2"/>
          <p:cNvSpPr>
            <a:spLocks noGrp="1"/>
          </p:cNvSpPr>
          <p:nvPr>
            <p:ph type="subTitle"/>
          </p:nvPr>
        </p:nvSpPr>
        <p:spPr>
          <a:xfrm>
            <a:off x="1419120" y="2619359"/>
            <a:ext cx="6305040" cy="2524141"/>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600" b="0" u="none" strike="noStrike" dirty="0">
                <a:solidFill>
                  <a:schemeClr val="dk1"/>
                </a:solidFill>
                <a:effectLst/>
                <a:uFillTx/>
                <a:latin typeface="Archivo"/>
                <a:ea typeface="Archivo"/>
              </a:rPr>
              <a:t>The detection algorithm uses multi-threshold logic to analyze sensor inputs collectively, minimizing false alarms. It employs AND/OR conditions to fuse sensor data, ensuring fire detection only when multiple parameters exceed set thresholds. This intelligent fusion improves responsiveness and reliability in diverse environments.</a:t>
            </a:r>
            <a:endParaRPr lang="en-US" sz="1600" b="0" u="none" strike="noStrike" dirty="0">
              <a:solidFill>
                <a:srgbClr val="000000"/>
              </a:solidFill>
              <a:effectLst/>
              <a:uFillTx/>
              <a:latin typeface="OpenSymbo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228600" y="343080"/>
            <a:ext cx="3714480" cy="1790280"/>
          </a:xfrm>
          <a:prstGeom prst="rect">
            <a:avLst/>
          </a:prstGeom>
          <a:noFill/>
          <a:ln w="0">
            <a:noFill/>
          </a:ln>
        </p:spPr>
        <p:txBody>
          <a:bodyPr lIns="91440" tIns="91440" rIns="91440" bIns="91440" anchor="t">
            <a:normAutofit fontScale="90000"/>
          </a:bodyPr>
          <a:lstStyle/>
          <a:p>
            <a:pPr indent="0">
              <a:lnSpc>
                <a:spcPct val="85000"/>
              </a:lnSpc>
              <a:buNone/>
              <a:tabLst>
                <a:tab pos="0" algn="l"/>
              </a:tabLst>
            </a:pPr>
            <a:r>
              <a:rPr lang="en-US" sz="3200" b="0" u="none" strike="noStrike" dirty="0">
                <a:solidFill>
                  <a:schemeClr val="dk1"/>
                </a:solidFill>
                <a:effectLst/>
                <a:uFillTx/>
                <a:latin typeface="Red Hat Mono"/>
                <a:ea typeface="Red Hat Mono"/>
              </a:rPr>
              <a:t>Key features: dual alerts, auto-reset, remote control, reliability</a:t>
            </a:r>
            <a:endParaRPr lang="fr-FR" sz="3200" b="0" u="none" strike="noStrike" dirty="0">
              <a:solidFill>
                <a:schemeClr val="dk1"/>
              </a:solidFill>
              <a:effectLst/>
              <a:uFillTx/>
              <a:latin typeface="Arial"/>
            </a:endParaRPr>
          </a:p>
        </p:txBody>
      </p:sp>
      <p:sp>
        <p:nvSpPr>
          <p:cNvPr id="94" name="PlaceHolder 2"/>
          <p:cNvSpPr>
            <a:spLocks noGrp="1"/>
          </p:cNvSpPr>
          <p:nvPr>
            <p:ph/>
          </p:nvPr>
        </p:nvSpPr>
        <p:spPr>
          <a:xfrm>
            <a:off x="228600" y="1831911"/>
            <a:ext cx="3714480" cy="2829895"/>
          </a:xfrm>
          <a:prstGeom prst="rect">
            <a:avLst/>
          </a:prstGeom>
          <a:noFill/>
          <a:ln w="0">
            <a:noFill/>
          </a:ln>
        </p:spPr>
        <p:txBody>
          <a:bodyPr lIns="91440" tIns="91440" rIns="91440" bIns="91440" anchor="t">
            <a:noAutofit/>
          </a:bodyPr>
          <a:lstStyle/>
          <a:p>
            <a:pPr indent="0">
              <a:lnSpc>
                <a:spcPct val="150000"/>
              </a:lnSpc>
              <a:buNone/>
              <a:tabLst>
                <a:tab pos="0" algn="l"/>
              </a:tabLst>
            </a:pPr>
            <a:r>
              <a:rPr lang="en-US" sz="1400" b="0" u="none" strike="noStrike" dirty="0">
                <a:solidFill>
                  <a:schemeClr val="dk1"/>
                </a:solidFill>
                <a:effectLst/>
                <a:uFillTx/>
                <a:latin typeface="Archivo"/>
                <a:ea typeface="Archivo"/>
              </a:rPr>
              <a:t>Key features include </a:t>
            </a:r>
            <a:r>
              <a:rPr lang="en-US" sz="1400" b="1" u="none" strike="noStrike" dirty="0">
                <a:solidFill>
                  <a:schemeClr val="dk1"/>
                </a:solidFill>
                <a:effectLst/>
                <a:uFillTx/>
                <a:latin typeface="Archivo"/>
                <a:ea typeface="Archivo"/>
              </a:rPr>
              <a:t>dual alert mechanisms</a:t>
            </a:r>
            <a:r>
              <a:rPr lang="en-US" sz="1400" b="0" u="none" strike="noStrike" dirty="0">
                <a:solidFill>
                  <a:schemeClr val="dk1"/>
                </a:solidFill>
                <a:effectLst/>
                <a:uFillTx/>
                <a:latin typeface="Archivo"/>
                <a:ea typeface="Archivo"/>
              </a:rPr>
              <a:t> (local buzzer and cloud notifications), automatic system reset after alarm clearance, and remote control capabilities via mobile apps. The system is designed for high reliability with low false positive rates, making it ideal for residential and industrial fire safety applications.</a:t>
            </a:r>
            <a:endParaRPr lang="fr-FR" sz="1400" b="0" u="none" strike="noStrike" dirty="0">
              <a:solidFill>
                <a:srgbClr val="000000"/>
              </a:solidFill>
              <a:effectLst/>
              <a:uFillTx/>
              <a:latin typeface="Arial"/>
            </a:endParaRPr>
          </a:p>
        </p:txBody>
      </p:sp>
      <p:sp>
        <p:nvSpPr>
          <p:cNvPr id="95" name="Google Shape;208;p30" title="young-woman-wearing-white-clothes.jpg"/>
          <p:cNvSpPr/>
          <p:nvPr/>
        </p:nvSpPr>
        <p:spPr>
          <a:xfrm>
            <a:off x="4306680" y="0"/>
            <a:ext cx="4837320" cy="5143320"/>
          </a:xfrm>
          <a:prstGeom prst="roundRect">
            <a:avLst>
              <a:gd name="adj" fmla="val 19573"/>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228600" y="343080"/>
            <a:ext cx="3714480" cy="1790280"/>
          </a:xfrm>
          <a:prstGeom prst="rect">
            <a:avLst/>
          </a:prstGeom>
          <a:noFill/>
          <a:ln w="0">
            <a:noFill/>
          </a:ln>
        </p:spPr>
        <p:txBody>
          <a:bodyPr lIns="91440" tIns="91440" rIns="91440" bIns="91440" anchor="t">
            <a:normAutofit/>
          </a:bodyPr>
          <a:lstStyle/>
          <a:p>
            <a:pPr indent="0">
              <a:lnSpc>
                <a:spcPct val="85000"/>
              </a:lnSpc>
              <a:buNone/>
              <a:tabLst>
                <a:tab pos="0" algn="l"/>
              </a:tabLst>
            </a:pPr>
            <a:r>
              <a:rPr lang="en-US" sz="3200" b="0" u="none" strike="noStrike" dirty="0">
                <a:solidFill>
                  <a:schemeClr val="dk1"/>
                </a:solidFill>
                <a:effectLst/>
                <a:uFillTx/>
                <a:latin typeface="Red Hat Mono"/>
                <a:ea typeface="Red Hat Mono"/>
              </a:rPr>
              <a:t>Conclusions</a:t>
            </a:r>
            <a:endParaRPr lang="fr-FR" sz="2600" b="0" u="none" strike="noStrike" dirty="0">
              <a:solidFill>
                <a:schemeClr val="dk1"/>
              </a:solidFill>
              <a:effectLst/>
              <a:uFillTx/>
              <a:latin typeface="Arial"/>
            </a:endParaRPr>
          </a:p>
        </p:txBody>
      </p:sp>
      <p:sp>
        <p:nvSpPr>
          <p:cNvPr id="97" name="PlaceHolder 2"/>
          <p:cNvSpPr>
            <a:spLocks noGrp="1"/>
          </p:cNvSpPr>
          <p:nvPr>
            <p:ph/>
          </p:nvPr>
        </p:nvSpPr>
        <p:spPr>
          <a:xfrm>
            <a:off x="228600" y="775517"/>
            <a:ext cx="3714480" cy="3135176"/>
          </a:xfrm>
          <a:prstGeom prst="rect">
            <a:avLst/>
          </a:prstGeom>
          <a:noFill/>
          <a:ln w="0">
            <a:noFill/>
          </a:ln>
        </p:spPr>
        <p:txBody>
          <a:bodyPr lIns="91440" tIns="91440" rIns="91440" bIns="91440" anchor="t">
            <a:noAutofit/>
          </a:bodyPr>
          <a:lstStyle/>
          <a:p>
            <a:pPr indent="0">
              <a:lnSpc>
                <a:spcPct val="150000"/>
              </a:lnSpc>
              <a:buNone/>
              <a:tabLst>
                <a:tab pos="0" algn="l"/>
              </a:tabLst>
            </a:pPr>
            <a:r>
              <a:rPr lang="en-US" sz="1600" b="0" u="none" strike="noStrike" dirty="0">
                <a:solidFill>
                  <a:schemeClr val="dk1"/>
                </a:solidFill>
                <a:effectLst/>
                <a:uFillTx/>
                <a:latin typeface="Archivo"/>
                <a:ea typeface="Archivo"/>
              </a:rPr>
              <a:t>The IoT-Based Smart Fire Alarm System significantly advances fire safety by combining multi-sensor technology with cloud connectivity. It delivers precise detection, rapid alerts, and remote management, reducing risks and enhancing response times. This innovative solution is ideal for smart homes, industries, and educational institutions seeking dependable fire protection.</a:t>
            </a:r>
            <a:endParaRPr lang="fr-FR" sz="1600" b="0" u="none" strike="noStrike" dirty="0">
              <a:solidFill>
                <a:srgbClr val="000000"/>
              </a:solidFill>
              <a:effectLst/>
              <a:uFillTx/>
              <a:latin typeface="Arial"/>
            </a:endParaRPr>
          </a:p>
        </p:txBody>
      </p:sp>
      <p:sp>
        <p:nvSpPr>
          <p:cNvPr id="98" name="Google Shape;208;p30" title="young-woman-wearing-white-clothes.jpg"/>
          <p:cNvSpPr/>
          <p:nvPr/>
        </p:nvSpPr>
        <p:spPr>
          <a:xfrm>
            <a:off x="4306680" y="0"/>
            <a:ext cx="4837320" cy="5143320"/>
          </a:xfrm>
          <a:prstGeom prst="roundRect">
            <a:avLst>
              <a:gd name="adj" fmla="val 19573"/>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51A49-7C58-674A-B4C2-1A54AE247027}"/>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2EF6C690-89B0-9AD4-80FF-BAEADFC5B1C2}"/>
              </a:ext>
            </a:extLst>
          </p:cNvPr>
          <p:cNvSpPr txBox="1"/>
          <p:nvPr/>
        </p:nvSpPr>
        <p:spPr>
          <a:xfrm>
            <a:off x="2286000" y="2248584"/>
            <a:ext cx="4572000" cy="646331"/>
          </a:xfrm>
          <a:prstGeom prst="rect">
            <a:avLst/>
          </a:prstGeom>
          <a:noFill/>
        </p:spPr>
        <p:txBody>
          <a:bodyPr wrap="square">
            <a:spAutoFit/>
          </a:bodyPr>
          <a:lstStyle/>
          <a:p>
            <a:pPr algn="ctr"/>
            <a:r>
              <a:rPr lang="en" sz="3600" b="0" u="none" strike="noStrike" dirty="0">
                <a:solidFill>
                  <a:schemeClr val="dk1"/>
                </a:solidFill>
                <a:effectLst/>
                <a:uFillTx/>
                <a:latin typeface="Red Hat Mono"/>
                <a:ea typeface="Red Hat Mono"/>
              </a:rPr>
              <a:t>THANK YOU</a:t>
            </a:r>
            <a:endParaRPr lang="en-PK" sz="3600" dirty="0"/>
          </a:p>
        </p:txBody>
      </p:sp>
    </p:spTree>
    <p:extLst>
      <p:ext uri="{BB962C8B-B14F-4D97-AF65-F5344CB8AC3E}">
        <p14:creationId xmlns:p14="http://schemas.microsoft.com/office/powerpoint/2010/main" val="1830317465"/>
      </p:ext>
    </p:extLst>
  </p:cSld>
  <p:clrMapOvr>
    <a:masterClrMapping/>
  </p:clrMapOvr>
</p:sld>
</file>

<file path=ppt/theme/theme1.xml><?xml version="1.0" encoding="utf-8"?>
<a:theme xmlns:a="http://schemas.openxmlformats.org/drawingml/2006/main" name="Tech Trends 2026 by Slidesgo">
  <a:themeElements>
    <a:clrScheme name="Simple Light">
      <a:dk1>
        <a:srgbClr val="222222"/>
      </a:dk1>
      <a:lt1>
        <a:srgbClr val="F8F8F8"/>
      </a:lt1>
      <a:dk2>
        <a:srgbClr val="222222"/>
      </a:dk2>
      <a:lt2>
        <a:srgbClr val="222222"/>
      </a:lt2>
      <a:accent1>
        <a:srgbClr val="FFFFFF"/>
      </a:accent1>
      <a:accent2>
        <a:srgbClr val="FFFFFF"/>
      </a:accent2>
      <a:accent3>
        <a:srgbClr val="FFFFFF"/>
      </a:accent3>
      <a:accent4>
        <a:srgbClr val="FFFFFF"/>
      </a:accent4>
      <a:accent5>
        <a:srgbClr val="FFFFFF"/>
      </a:accent5>
      <a:accent6>
        <a:srgbClr val="FFFFFF"/>
      </a:accent6>
      <a:hlink>
        <a:srgbClr val="22222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95</TotalTime>
  <Words>483</Words>
  <Application>Microsoft Office PowerPoint</Application>
  <PresentationFormat>On-screen Show (16:9)</PresentationFormat>
  <Paragraphs>24</Paragraphs>
  <Slides>12</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12</vt:i4>
      </vt:variant>
    </vt:vector>
  </HeadingPairs>
  <TitlesOfParts>
    <vt:vector size="21" baseType="lpstr">
      <vt:lpstr>Archivo</vt:lpstr>
      <vt:lpstr>Arial</vt:lpstr>
      <vt:lpstr>OpenSymbol</vt:lpstr>
      <vt:lpstr>Red Hat Mono</vt:lpstr>
      <vt:lpstr>Symbol</vt:lpstr>
      <vt:lpstr>VT323</vt:lpstr>
      <vt:lpstr>Wingdings</vt:lpstr>
      <vt:lpstr>Tech Trends 2026 by Slidesgo</vt:lpstr>
      <vt:lpstr>Slidesgo Final Pages</vt:lpstr>
      <vt:lpstr>Smart Fire Alarm</vt:lpstr>
      <vt:lpstr>Introduction</vt:lpstr>
      <vt:lpstr>Problem and Solution</vt:lpstr>
      <vt:lpstr>Limitations of traditional fire alarms</vt:lpstr>
      <vt:lpstr>Need for IoT-based smart systems</vt:lpstr>
      <vt:lpstr>Overview of IoT multi-sensor system with cloud monitoring</vt:lpstr>
      <vt:lpstr>System and Features</vt:lpstr>
      <vt:lpstr>System architecture: ESP32, sensors, display, buzzer, cloud</vt:lpstr>
      <vt:lpstr>Detection algorithm: multi-threshold logic and sensor fusion</vt:lpstr>
      <vt:lpstr>Key features: dual alerts, auto-reset, remote control, reliability</vt:lpstr>
      <vt:lpstr>Conclusions</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23-NTU-CS-FL-1090</cp:lastModifiedBy>
  <cp:revision>3</cp:revision>
  <dcterms:modified xsi:type="dcterms:W3CDTF">2026-01-06T11:02:54Z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2026-01-06T09:25:20Z</dcterms:created>
  <dc:creator>Unknown Creator</dc:creator>
  <dc:description/>
  <dc:language>en-US</dc:language>
  <cp:lastModifiedBy>Unknown Creator</cp:lastModifiedBy>
  <dcterms:modified xsi:type="dcterms:W3CDTF">2026-01-06T09:25:20Z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